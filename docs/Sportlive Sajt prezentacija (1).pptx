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14"/>
  </p:notesMasterIdLst>
  <p:handoutMasterIdLst>
    <p:handoutMasterId r:id="rId15"/>
  </p:handoutMasterIdLst>
  <p:sldIdLst>
    <p:sldId id="256" r:id="rId5"/>
    <p:sldId id="257" r:id="rId6"/>
    <p:sldId id="258" r:id="rId7"/>
    <p:sldId id="259" r:id="rId8"/>
    <p:sldId id="260" r:id="rId9"/>
    <p:sldId id="261" r:id="rId10"/>
    <p:sldId id="262" r:id="rId11"/>
    <p:sldId id="263" r:id="rId12"/>
    <p:sldId id="264" r:id="rId13"/>
  </p:sldIdLst>
  <p:sldSz cx="12192000" cy="6858000"/>
  <p:notesSz cx="6858000" cy="9144000"/>
  <p:defaultTextStyle>
    <a:defPPr rtl="0">
      <a:defRPr lang="sr-latn-r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41" autoAdjust="0"/>
  </p:normalViewPr>
  <p:slideViewPr>
    <p:cSldViewPr snapToGrid="0">
      <p:cViewPr varScale="1">
        <p:scale>
          <a:sx n="114" d="100"/>
          <a:sy n="114" d="100"/>
        </p:scale>
        <p:origin x="414" y="114"/>
      </p:cViewPr>
      <p:guideLst>
        <p:guide orient="horz" pos="2160"/>
        <p:guide pos="3840"/>
      </p:guideLst>
    </p:cSldViewPr>
  </p:slideViewPr>
  <p:notesTextViewPr>
    <p:cViewPr>
      <p:scale>
        <a:sx n="1" d="1"/>
        <a:sy n="1" d="1"/>
      </p:scale>
      <p:origin x="0" y="0"/>
    </p:cViewPr>
  </p:notesTextViewPr>
  <p:notesViewPr>
    <p:cSldViewPr snapToGrid="0">
      <p:cViewPr varScale="1">
        <p:scale>
          <a:sx n="77" d="100"/>
          <a:sy n="77" d="100"/>
        </p:scale>
        <p:origin x="397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Čuvar mesta za zaglavlje 1">
            <a:extLst>
              <a:ext uri="{FF2B5EF4-FFF2-40B4-BE49-F238E27FC236}">
                <a16:creationId xmlns:a16="http://schemas.microsoft.com/office/drawing/2014/main" id="{6F9EF77A-44B6-4965-9800-8527B3D5A7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r-Latn-RS"/>
          </a:p>
        </p:txBody>
      </p:sp>
      <p:sp>
        <p:nvSpPr>
          <p:cNvPr id="3" name="Čuvar mesta za datum 2">
            <a:extLst>
              <a:ext uri="{FF2B5EF4-FFF2-40B4-BE49-F238E27FC236}">
                <a16:creationId xmlns:a16="http://schemas.microsoft.com/office/drawing/2014/main" id="{F90080EF-0CB6-4C2F-9AA8-90FF24B3F4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889480-418F-4416-930F-991956F64467}" type="datetime1">
              <a:rPr lang="sr-Latn-RS" smtClean="0"/>
              <a:t>31.12.2025.</a:t>
            </a:fld>
            <a:endParaRPr lang="sr-Latn-RS" dirty="0"/>
          </a:p>
        </p:txBody>
      </p:sp>
      <p:sp>
        <p:nvSpPr>
          <p:cNvPr id="4" name="Čuvar mesta za podnožje 3">
            <a:extLst>
              <a:ext uri="{FF2B5EF4-FFF2-40B4-BE49-F238E27FC236}">
                <a16:creationId xmlns:a16="http://schemas.microsoft.com/office/drawing/2014/main" id="{011A665E-2EFA-453A-A937-2A22FDD166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r-Latn-RS"/>
          </a:p>
        </p:txBody>
      </p:sp>
      <p:sp>
        <p:nvSpPr>
          <p:cNvPr id="5" name="Čuvar mesta za broj slajda 4">
            <a:extLst>
              <a:ext uri="{FF2B5EF4-FFF2-40B4-BE49-F238E27FC236}">
                <a16:creationId xmlns:a16="http://schemas.microsoft.com/office/drawing/2014/main" id="{09C27A51-5FB1-4042-AFB9-91F7820DF45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C4D774-092F-400D-ACC0-C1536B464C46}" type="slidenum">
              <a:rPr lang="sr-Latn-RS" smtClean="0"/>
              <a:t>‹#›</a:t>
            </a:fld>
            <a:endParaRPr lang="sr-Latn-RS"/>
          </a:p>
        </p:txBody>
      </p:sp>
    </p:spTree>
    <p:extLst>
      <p:ext uri="{BB962C8B-B14F-4D97-AF65-F5344CB8AC3E}">
        <p14:creationId xmlns:p14="http://schemas.microsoft.com/office/powerpoint/2010/main" val="888193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Čuvar mesta za zaglavlj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r-Latn-RS" noProof="0"/>
          </a:p>
        </p:txBody>
      </p:sp>
      <p:sp>
        <p:nvSpPr>
          <p:cNvPr id="3" name="Čuvar mesta za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1E0BE3-A8A0-4C3C-905E-00EF34332D02}" type="datetime1">
              <a:rPr lang="sr-Latn-RS" smtClean="0"/>
              <a:pPr/>
              <a:t>31.12.2025.</a:t>
            </a:fld>
            <a:endParaRPr lang="sr-Latn-RS" dirty="0"/>
          </a:p>
        </p:txBody>
      </p:sp>
      <p:sp>
        <p:nvSpPr>
          <p:cNvPr id="4" name="Čuvar mesta za sliku na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r-Latn-RS" noProof="0"/>
          </a:p>
        </p:txBody>
      </p:sp>
      <p:sp>
        <p:nvSpPr>
          <p:cNvPr id="5" name="Čuvar mesta za napomen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r-Latn-RS" noProof="0" dirty="0"/>
              <a:t>Uređivanje stilova za tekst mastera</a:t>
            </a:r>
          </a:p>
          <a:p>
            <a:pPr lvl="1"/>
            <a:r>
              <a:rPr lang="sr-Latn-RS" noProof="0" dirty="0"/>
              <a:t>Drugi nivo</a:t>
            </a:r>
          </a:p>
          <a:p>
            <a:pPr lvl="2"/>
            <a:r>
              <a:rPr lang="sr-Latn-RS" noProof="0" dirty="0"/>
              <a:t>Treći nivo</a:t>
            </a:r>
          </a:p>
          <a:p>
            <a:pPr lvl="3"/>
            <a:r>
              <a:rPr lang="sr-Latn-RS" noProof="0" dirty="0"/>
              <a:t>Četvrti nivo</a:t>
            </a:r>
          </a:p>
          <a:p>
            <a:pPr lvl="4"/>
            <a:r>
              <a:rPr lang="sr-Latn-RS" noProof="0" dirty="0"/>
              <a:t>Peti nivo</a:t>
            </a:r>
          </a:p>
        </p:txBody>
      </p:sp>
      <p:sp>
        <p:nvSpPr>
          <p:cNvPr id="6" name="Čuvar mesta za podnožj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r-Latn-RS" noProof="0"/>
          </a:p>
        </p:txBody>
      </p:sp>
      <p:sp>
        <p:nvSpPr>
          <p:cNvPr id="7" name="Čuvar mesta za broj slajd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86871-F0B9-45EB-A21D-C1CEFC7C11FE}" type="slidenum">
              <a:rPr lang="sr-Latn-RS" noProof="0" smtClean="0"/>
              <a:t>‹#›</a:t>
            </a:fld>
            <a:endParaRPr lang="sr-Latn-RS" noProof="0"/>
          </a:p>
        </p:txBody>
      </p:sp>
    </p:spTree>
    <p:extLst>
      <p:ext uri="{BB962C8B-B14F-4D97-AF65-F5344CB8AC3E}">
        <p14:creationId xmlns:p14="http://schemas.microsoft.com/office/powerpoint/2010/main" val="1890887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1</a:t>
            </a:fld>
            <a:endParaRPr lang="sr-Latn-RS"/>
          </a:p>
        </p:txBody>
      </p:sp>
    </p:spTree>
    <p:extLst>
      <p:ext uri="{BB962C8B-B14F-4D97-AF65-F5344CB8AC3E}">
        <p14:creationId xmlns:p14="http://schemas.microsoft.com/office/powerpoint/2010/main" val="2314751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2</a:t>
            </a:fld>
            <a:endParaRPr lang="sr-Latn-RS"/>
          </a:p>
        </p:txBody>
      </p:sp>
    </p:spTree>
    <p:extLst>
      <p:ext uri="{BB962C8B-B14F-4D97-AF65-F5344CB8AC3E}">
        <p14:creationId xmlns:p14="http://schemas.microsoft.com/office/powerpoint/2010/main" val="593397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3</a:t>
            </a:fld>
            <a:endParaRPr lang="sr-Latn-RS"/>
          </a:p>
        </p:txBody>
      </p:sp>
    </p:spTree>
    <p:extLst>
      <p:ext uri="{BB962C8B-B14F-4D97-AF65-F5344CB8AC3E}">
        <p14:creationId xmlns:p14="http://schemas.microsoft.com/office/powerpoint/2010/main" val="3377887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4</a:t>
            </a:fld>
            <a:endParaRPr lang="sr-Latn-RS"/>
          </a:p>
        </p:txBody>
      </p:sp>
    </p:spTree>
    <p:extLst>
      <p:ext uri="{BB962C8B-B14F-4D97-AF65-F5344CB8AC3E}">
        <p14:creationId xmlns:p14="http://schemas.microsoft.com/office/powerpoint/2010/main" val="1082402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5</a:t>
            </a:fld>
            <a:endParaRPr lang="sr-Latn-RS"/>
          </a:p>
        </p:txBody>
      </p:sp>
    </p:spTree>
    <p:extLst>
      <p:ext uri="{BB962C8B-B14F-4D97-AF65-F5344CB8AC3E}">
        <p14:creationId xmlns:p14="http://schemas.microsoft.com/office/powerpoint/2010/main" val="1972795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6</a:t>
            </a:fld>
            <a:endParaRPr lang="sr-Latn-RS"/>
          </a:p>
        </p:txBody>
      </p:sp>
    </p:spTree>
    <p:extLst>
      <p:ext uri="{BB962C8B-B14F-4D97-AF65-F5344CB8AC3E}">
        <p14:creationId xmlns:p14="http://schemas.microsoft.com/office/powerpoint/2010/main" val="3566585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7</a:t>
            </a:fld>
            <a:endParaRPr lang="sr-Latn-RS"/>
          </a:p>
        </p:txBody>
      </p:sp>
    </p:spTree>
    <p:extLst>
      <p:ext uri="{BB962C8B-B14F-4D97-AF65-F5344CB8AC3E}">
        <p14:creationId xmlns:p14="http://schemas.microsoft.com/office/powerpoint/2010/main" val="1107704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8</a:t>
            </a:fld>
            <a:endParaRPr lang="sr-Latn-RS"/>
          </a:p>
        </p:txBody>
      </p:sp>
    </p:spTree>
    <p:extLst>
      <p:ext uri="{BB962C8B-B14F-4D97-AF65-F5344CB8AC3E}">
        <p14:creationId xmlns:p14="http://schemas.microsoft.com/office/powerpoint/2010/main" val="3108262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Čuvar mesta za sliku na slajdu 1"/>
          <p:cNvSpPr>
            <a:spLocks noGrp="1" noRot="1" noChangeAspect="1"/>
          </p:cNvSpPr>
          <p:nvPr>
            <p:ph type="sldImg"/>
          </p:nvPr>
        </p:nvSpPr>
        <p:spPr/>
      </p:sp>
      <p:sp>
        <p:nvSpPr>
          <p:cNvPr id="3" name="Čuvar mesta za napomene 2"/>
          <p:cNvSpPr>
            <a:spLocks noGrp="1"/>
          </p:cNvSpPr>
          <p:nvPr>
            <p:ph type="body" idx="1"/>
          </p:nvPr>
        </p:nvSpPr>
        <p:spPr/>
        <p:txBody>
          <a:bodyPr/>
          <a:lstStyle/>
          <a:p>
            <a:endParaRPr lang="sr-Latn-RS"/>
          </a:p>
        </p:txBody>
      </p:sp>
      <p:sp>
        <p:nvSpPr>
          <p:cNvPr id="4" name="Čuvar mesta za broj slajda 3"/>
          <p:cNvSpPr>
            <a:spLocks noGrp="1"/>
          </p:cNvSpPr>
          <p:nvPr>
            <p:ph type="sldNum" sz="quarter" idx="5"/>
          </p:nvPr>
        </p:nvSpPr>
        <p:spPr/>
        <p:txBody>
          <a:bodyPr/>
          <a:lstStyle/>
          <a:p>
            <a:fld id="{0FD86871-F0B9-45EB-A21D-C1CEFC7C11FE}" type="slidenum">
              <a:rPr lang="sr-Latn-RS" smtClean="0"/>
              <a:t>9</a:t>
            </a:fld>
            <a:endParaRPr lang="sr-Latn-RS"/>
          </a:p>
        </p:txBody>
      </p:sp>
    </p:spTree>
    <p:extLst>
      <p:ext uri="{BB962C8B-B14F-4D97-AF65-F5344CB8AC3E}">
        <p14:creationId xmlns:p14="http://schemas.microsoft.com/office/powerpoint/2010/main" val="1788326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sp>
        <p:nvSpPr>
          <p:cNvPr id="2" name="Naslov 1"/>
          <p:cNvSpPr>
            <a:spLocks noGrp="1"/>
          </p:cNvSpPr>
          <p:nvPr>
            <p:ph type="ctrTitle" hasCustomPrompt="1"/>
          </p:nvPr>
        </p:nvSpPr>
        <p:spPr>
          <a:xfrm>
            <a:off x="1154955" y="1447800"/>
            <a:ext cx="8825658" cy="3329581"/>
          </a:xfrm>
        </p:spPr>
        <p:txBody>
          <a:bodyPr rtlCol="0" anchor="b"/>
          <a:lstStyle>
            <a:lvl1pPr>
              <a:defRPr sz="7200"/>
            </a:lvl1pPr>
          </a:lstStyle>
          <a:p>
            <a:pPr rtl="0"/>
            <a:r>
              <a:rPr lang="sr-Latn-RS" noProof="0"/>
              <a:t>Kliknite da biste uredili stil za naslov mastera</a:t>
            </a:r>
          </a:p>
        </p:txBody>
      </p:sp>
      <p:sp>
        <p:nvSpPr>
          <p:cNvPr id="3" name="Podnaslov 2"/>
          <p:cNvSpPr>
            <a:spLocks noGrp="1"/>
          </p:cNvSpPr>
          <p:nvPr>
            <p:ph type="subTitle" idx="1" hasCustomPrompt="1"/>
          </p:nvPr>
        </p:nvSpPr>
        <p:spPr>
          <a:xfrm>
            <a:off x="1154955" y="4777380"/>
            <a:ext cx="8825658" cy="861420"/>
          </a:xfrm>
        </p:spPr>
        <p:txBody>
          <a:bodyPr rtlCol="0"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sr-Latn-RS" noProof="0"/>
              <a:t>Kliknite da biste uredili stil za podnaslov mastera</a:t>
            </a:r>
          </a:p>
        </p:txBody>
      </p:sp>
      <p:sp>
        <p:nvSpPr>
          <p:cNvPr id="4" name="Čuvar mesta za datum 3"/>
          <p:cNvSpPr>
            <a:spLocks noGrp="1"/>
          </p:cNvSpPr>
          <p:nvPr>
            <p:ph type="dt" sz="half" idx="10"/>
          </p:nvPr>
        </p:nvSpPr>
        <p:spPr/>
        <p:txBody>
          <a:bodyPr rtlCol="0"/>
          <a:lstStyle/>
          <a:p>
            <a:pPr rtl="0"/>
            <a:fld id="{E6ABF915-B9B2-4B04-8829-38927E0F0BAD}"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p:cNvSpPr>
            <a:spLocks noGrp="1"/>
          </p:cNvSpPr>
          <p:nvPr>
            <p:ph type="title" hasCustomPrompt="1"/>
          </p:nvPr>
        </p:nvSpPr>
        <p:spPr/>
        <p:txBody>
          <a:bodyPr rtlCol="0"/>
          <a:lstStyle/>
          <a:p>
            <a:pPr rtl="0"/>
            <a:r>
              <a:rPr lang="sr-Latn-RS" noProof="0"/>
              <a:t>Kliknite da biste uredili stil za naslov mastera</a:t>
            </a:r>
          </a:p>
        </p:txBody>
      </p:sp>
      <p:sp>
        <p:nvSpPr>
          <p:cNvPr id="3" name="Čuvar mesta za sadržaj 2"/>
          <p:cNvSpPr>
            <a:spLocks noGrp="1"/>
          </p:cNvSpPr>
          <p:nvPr>
            <p:ph idx="1" hasCustomPrompt="1"/>
          </p:nvPr>
        </p:nvSpPr>
        <p:spPr/>
        <p:txBody>
          <a:bodyPr rtlCol="0"/>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4" name="Čuvar mesta za datum 3"/>
          <p:cNvSpPr>
            <a:spLocks noGrp="1"/>
          </p:cNvSpPr>
          <p:nvPr>
            <p:ph type="dt" sz="half" idx="10"/>
          </p:nvPr>
        </p:nvSpPr>
        <p:spPr/>
        <p:txBody>
          <a:bodyPr rtlCol="0"/>
          <a:lstStyle/>
          <a:p>
            <a:pPr rtl="0"/>
            <a:fld id="{FBD03672-154E-45E7-A124-91AB59D40FF1}"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aglavlje odeljka">
    <p:spTree>
      <p:nvGrpSpPr>
        <p:cNvPr id="1" name=""/>
        <p:cNvGrpSpPr/>
        <p:nvPr/>
      </p:nvGrpSpPr>
      <p:grpSpPr>
        <a:xfrm>
          <a:off x="0" y="0"/>
          <a:ext cx="0" cy="0"/>
          <a:chOff x="0" y="0"/>
          <a:chExt cx="0" cy="0"/>
        </a:xfrm>
      </p:grpSpPr>
      <p:sp>
        <p:nvSpPr>
          <p:cNvPr id="2" name="Naslov 1"/>
          <p:cNvSpPr>
            <a:spLocks noGrp="1"/>
          </p:cNvSpPr>
          <p:nvPr>
            <p:ph type="title" hasCustomPrompt="1"/>
          </p:nvPr>
        </p:nvSpPr>
        <p:spPr>
          <a:xfrm>
            <a:off x="1154956" y="2861733"/>
            <a:ext cx="8825657" cy="1915647"/>
          </a:xfrm>
        </p:spPr>
        <p:txBody>
          <a:bodyPr rtlCol="0" anchor="b"/>
          <a:lstStyle>
            <a:lvl1pPr algn="l">
              <a:defRPr sz="4000" b="0" cap="none"/>
            </a:lvl1pPr>
          </a:lstStyle>
          <a:p>
            <a:pPr rtl="0"/>
            <a:r>
              <a:rPr lang="sr-Latn-RS" noProof="0"/>
              <a:t>Kliknite da biste uredili stil za naslov mastera</a:t>
            </a:r>
          </a:p>
        </p:txBody>
      </p:sp>
      <p:sp>
        <p:nvSpPr>
          <p:cNvPr id="3" name="Čuvar mesta za tekst 2"/>
          <p:cNvSpPr>
            <a:spLocks noGrp="1"/>
          </p:cNvSpPr>
          <p:nvPr>
            <p:ph type="body" idx="1" hasCustomPrompt="1"/>
          </p:nvPr>
        </p:nvSpPr>
        <p:spPr>
          <a:xfrm>
            <a:off x="1154955" y="4777381"/>
            <a:ext cx="8825658" cy="860400"/>
          </a:xfrm>
        </p:spPr>
        <p:txBody>
          <a:bodyPr rtlCol="0"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r-Latn-RS" noProof="0"/>
              <a:t>Uređivanje stilova za tekst mastera</a:t>
            </a:r>
          </a:p>
        </p:txBody>
      </p:sp>
      <p:sp>
        <p:nvSpPr>
          <p:cNvPr id="4" name="Čuvar mesta za datum 3"/>
          <p:cNvSpPr>
            <a:spLocks noGrp="1"/>
          </p:cNvSpPr>
          <p:nvPr>
            <p:ph type="dt" sz="half" idx="10"/>
          </p:nvPr>
        </p:nvSpPr>
        <p:spPr/>
        <p:txBody>
          <a:bodyPr rtlCol="0"/>
          <a:lstStyle/>
          <a:p>
            <a:pPr rtl="0"/>
            <a:fld id="{669284DB-2052-45B0-BE29-BCE710E0608A}"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p:cNvSpPr>
            <a:spLocks noGrp="1"/>
          </p:cNvSpPr>
          <p:nvPr>
            <p:ph type="title" hasCustomPrompt="1"/>
          </p:nvPr>
        </p:nvSpPr>
        <p:spPr/>
        <p:txBody>
          <a:bodyPr rtlCol="0"/>
          <a:lstStyle/>
          <a:p>
            <a:pPr rtl="0"/>
            <a:r>
              <a:rPr lang="sr-Latn-RS" noProof="0"/>
              <a:t>Kliknite da biste uredili stil za naslov mastera</a:t>
            </a:r>
          </a:p>
        </p:txBody>
      </p:sp>
      <p:sp>
        <p:nvSpPr>
          <p:cNvPr id="3" name="Čuvar mesta za sadržaj 2"/>
          <p:cNvSpPr>
            <a:spLocks noGrp="1"/>
          </p:cNvSpPr>
          <p:nvPr>
            <p:ph sz="half" idx="1" hasCustomPrompt="1"/>
          </p:nvPr>
        </p:nvSpPr>
        <p:spPr>
          <a:xfrm>
            <a:off x="1103312" y="2060575"/>
            <a:ext cx="4396339" cy="4195763"/>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4" name="Čuvar mesta za sadržaj 3"/>
          <p:cNvSpPr>
            <a:spLocks noGrp="1"/>
          </p:cNvSpPr>
          <p:nvPr>
            <p:ph sz="half" idx="2" hasCustomPrompt="1"/>
          </p:nvPr>
        </p:nvSpPr>
        <p:spPr>
          <a:xfrm>
            <a:off x="5654493" y="2056092"/>
            <a:ext cx="4396341" cy="4200245"/>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5" name="Čuvar mesta za datum 4"/>
          <p:cNvSpPr>
            <a:spLocks noGrp="1"/>
          </p:cNvSpPr>
          <p:nvPr>
            <p:ph type="dt" sz="half" idx="10"/>
          </p:nvPr>
        </p:nvSpPr>
        <p:spPr/>
        <p:txBody>
          <a:bodyPr rtlCol="0"/>
          <a:lstStyle/>
          <a:p>
            <a:pPr rtl="0"/>
            <a:fld id="{D95AB312-BBB4-4569-A2F4-BCF2B62DF432}" type="datetime1">
              <a:rPr lang="sr-Latn-RS" noProof="0" smtClean="0"/>
              <a:t>31.12.2025.</a:t>
            </a:fld>
            <a:endParaRPr lang="sr-Latn-RS" noProof="0"/>
          </a:p>
        </p:txBody>
      </p:sp>
      <p:sp>
        <p:nvSpPr>
          <p:cNvPr id="6" name="Čuvar mesta za podnožje 5"/>
          <p:cNvSpPr>
            <a:spLocks noGrp="1"/>
          </p:cNvSpPr>
          <p:nvPr>
            <p:ph type="ftr" sz="quarter" idx="11"/>
          </p:nvPr>
        </p:nvSpPr>
        <p:spPr/>
        <p:txBody>
          <a:bodyPr rtlCol="0"/>
          <a:lstStyle/>
          <a:p>
            <a:pPr rtl="0"/>
            <a:endParaRPr lang="sr-Latn-RS" noProof="0"/>
          </a:p>
        </p:txBody>
      </p:sp>
      <p:sp>
        <p:nvSpPr>
          <p:cNvPr id="7" name="Čuvar mesta za broj slajda 6"/>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eđenje">
    <p:spTree>
      <p:nvGrpSpPr>
        <p:cNvPr id="1" name=""/>
        <p:cNvGrpSpPr/>
        <p:nvPr/>
      </p:nvGrpSpPr>
      <p:grpSpPr>
        <a:xfrm>
          <a:off x="0" y="0"/>
          <a:ext cx="0" cy="0"/>
          <a:chOff x="0" y="0"/>
          <a:chExt cx="0" cy="0"/>
        </a:xfrm>
      </p:grpSpPr>
      <p:sp>
        <p:nvSpPr>
          <p:cNvPr id="2" name="Naslov 1"/>
          <p:cNvSpPr>
            <a:spLocks noGrp="1"/>
          </p:cNvSpPr>
          <p:nvPr>
            <p:ph type="title" hasCustomPrompt="1"/>
          </p:nvPr>
        </p:nvSpPr>
        <p:spPr/>
        <p:txBody>
          <a:bodyPr rtlCol="0"/>
          <a:lstStyle>
            <a:lvl1pPr>
              <a:defRPr/>
            </a:lvl1pPr>
          </a:lstStyle>
          <a:p>
            <a:pPr rtl="0"/>
            <a:r>
              <a:rPr lang="sr-Latn-RS" noProof="0"/>
              <a:t>Kliknite da biste uredili stil za naslov mastera</a:t>
            </a:r>
          </a:p>
        </p:txBody>
      </p:sp>
      <p:sp>
        <p:nvSpPr>
          <p:cNvPr id="3" name="Čuvar mesta za tekst 2"/>
          <p:cNvSpPr>
            <a:spLocks noGrp="1"/>
          </p:cNvSpPr>
          <p:nvPr>
            <p:ph type="body" idx="1" hasCustomPrompt="1"/>
          </p:nvPr>
        </p:nvSpPr>
        <p:spPr>
          <a:xfrm>
            <a:off x="1103313" y="1905000"/>
            <a:ext cx="4396338"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4" name="Čuvar mesta za sadržaj 3"/>
          <p:cNvSpPr>
            <a:spLocks noGrp="1"/>
          </p:cNvSpPr>
          <p:nvPr>
            <p:ph sz="half" idx="2" hasCustomPrompt="1"/>
          </p:nvPr>
        </p:nvSpPr>
        <p:spPr>
          <a:xfrm>
            <a:off x="1103312" y="2514600"/>
            <a:ext cx="4396339" cy="3741738"/>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5" name="Čuvar mesta za tekst 4"/>
          <p:cNvSpPr>
            <a:spLocks noGrp="1"/>
          </p:cNvSpPr>
          <p:nvPr>
            <p:ph type="body" sz="quarter" idx="3" hasCustomPrompt="1"/>
          </p:nvPr>
        </p:nvSpPr>
        <p:spPr>
          <a:xfrm>
            <a:off x="5654495" y="1905000"/>
            <a:ext cx="4396339"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6" name="Čuvar mesta za sadržaj 5"/>
          <p:cNvSpPr>
            <a:spLocks noGrp="1"/>
          </p:cNvSpPr>
          <p:nvPr>
            <p:ph sz="quarter" idx="4" hasCustomPrompt="1"/>
          </p:nvPr>
        </p:nvSpPr>
        <p:spPr>
          <a:xfrm>
            <a:off x="5654495" y="2514600"/>
            <a:ext cx="4396339" cy="3741738"/>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7" name="Čuvar mesta za datum 6"/>
          <p:cNvSpPr>
            <a:spLocks noGrp="1"/>
          </p:cNvSpPr>
          <p:nvPr>
            <p:ph type="dt" sz="half" idx="10"/>
          </p:nvPr>
        </p:nvSpPr>
        <p:spPr/>
        <p:txBody>
          <a:bodyPr rtlCol="0"/>
          <a:lstStyle/>
          <a:p>
            <a:pPr rtl="0"/>
            <a:fld id="{914BC11A-8182-4A87-A332-9720690D9E91}" type="datetime1">
              <a:rPr lang="sr-Latn-RS" noProof="0" smtClean="0"/>
              <a:t>31.12.2025.</a:t>
            </a:fld>
            <a:endParaRPr lang="sr-Latn-RS" noProof="0"/>
          </a:p>
        </p:txBody>
      </p:sp>
      <p:sp>
        <p:nvSpPr>
          <p:cNvPr id="8" name="Čuvar mesta za podnožje 7"/>
          <p:cNvSpPr>
            <a:spLocks noGrp="1"/>
          </p:cNvSpPr>
          <p:nvPr>
            <p:ph type="ftr" sz="quarter" idx="11"/>
          </p:nvPr>
        </p:nvSpPr>
        <p:spPr/>
        <p:txBody>
          <a:bodyPr rtlCol="0"/>
          <a:lstStyle/>
          <a:p>
            <a:pPr rtl="0"/>
            <a:endParaRPr lang="sr-Latn-RS" noProof="0"/>
          </a:p>
        </p:txBody>
      </p:sp>
      <p:sp>
        <p:nvSpPr>
          <p:cNvPr id="9" name="Čuvar mesta za broj slajda 8"/>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p:cNvSpPr>
            <a:spLocks noGrp="1"/>
          </p:cNvSpPr>
          <p:nvPr>
            <p:ph type="title" hasCustomPrompt="1"/>
          </p:nvPr>
        </p:nvSpPr>
        <p:spPr/>
        <p:txBody>
          <a:bodyPr rtlCol="0"/>
          <a:lstStyle/>
          <a:p>
            <a:pPr rtl="0"/>
            <a:r>
              <a:rPr lang="sr-Latn-RS" noProof="0"/>
              <a:t>Kliknite da biste uredili stil za naslov mastera</a:t>
            </a:r>
          </a:p>
        </p:txBody>
      </p:sp>
      <p:sp>
        <p:nvSpPr>
          <p:cNvPr id="7" name="Čuvar mesta za datum 2"/>
          <p:cNvSpPr>
            <a:spLocks noGrp="1"/>
          </p:cNvSpPr>
          <p:nvPr>
            <p:ph type="dt" sz="half" idx="10"/>
          </p:nvPr>
        </p:nvSpPr>
        <p:spPr/>
        <p:txBody>
          <a:bodyPr rtlCol="0"/>
          <a:lstStyle/>
          <a:p>
            <a:pPr rtl="0"/>
            <a:fld id="{26600A1C-FF20-4A97-9284-9AA09EB6DFF2}" type="datetime1">
              <a:rPr lang="sr-Latn-RS" noProof="0" smtClean="0"/>
              <a:t>31.12.2025.</a:t>
            </a:fld>
            <a:endParaRPr lang="sr-Latn-RS" noProof="0"/>
          </a:p>
        </p:txBody>
      </p:sp>
      <p:sp>
        <p:nvSpPr>
          <p:cNvPr id="5" name="Čuvar mesta za podnožje 3"/>
          <p:cNvSpPr>
            <a:spLocks noGrp="1"/>
          </p:cNvSpPr>
          <p:nvPr>
            <p:ph type="ftr" sz="quarter" idx="11"/>
          </p:nvPr>
        </p:nvSpPr>
        <p:spPr/>
        <p:txBody>
          <a:bodyPr rtlCol="0"/>
          <a:lstStyle/>
          <a:p>
            <a:pPr rtl="0"/>
            <a:endParaRPr lang="sr-Latn-RS" noProof="0"/>
          </a:p>
        </p:txBody>
      </p:sp>
      <p:sp>
        <p:nvSpPr>
          <p:cNvPr id="6" name="Čuvar mesta za broj slajda 4"/>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no">
    <p:spTree>
      <p:nvGrpSpPr>
        <p:cNvPr id="1" name=""/>
        <p:cNvGrpSpPr/>
        <p:nvPr/>
      </p:nvGrpSpPr>
      <p:grpSpPr>
        <a:xfrm>
          <a:off x="0" y="0"/>
          <a:ext cx="0" cy="0"/>
          <a:chOff x="0" y="0"/>
          <a:chExt cx="0" cy="0"/>
        </a:xfrm>
      </p:grpSpPr>
      <p:sp>
        <p:nvSpPr>
          <p:cNvPr id="7" name="Čuvar mesta za datum 1"/>
          <p:cNvSpPr>
            <a:spLocks noGrp="1"/>
          </p:cNvSpPr>
          <p:nvPr>
            <p:ph type="dt" sz="half" idx="10"/>
          </p:nvPr>
        </p:nvSpPr>
        <p:spPr/>
        <p:txBody>
          <a:bodyPr rtlCol="0"/>
          <a:lstStyle/>
          <a:p>
            <a:pPr rtl="0"/>
            <a:fld id="{9EB03BF2-E07E-4023-B1B1-46B47AE68199}" type="datetime1">
              <a:rPr lang="sr-Latn-RS" noProof="0" smtClean="0"/>
              <a:t>31.12.2025.</a:t>
            </a:fld>
            <a:endParaRPr lang="sr-Latn-RS" noProof="0"/>
          </a:p>
        </p:txBody>
      </p:sp>
      <p:sp>
        <p:nvSpPr>
          <p:cNvPr id="5" name="Čuvar mesta za podnožje 2"/>
          <p:cNvSpPr>
            <a:spLocks noGrp="1"/>
          </p:cNvSpPr>
          <p:nvPr>
            <p:ph type="ftr" sz="quarter" idx="11"/>
          </p:nvPr>
        </p:nvSpPr>
        <p:spPr/>
        <p:txBody>
          <a:bodyPr rtlCol="0"/>
          <a:lstStyle/>
          <a:p>
            <a:pPr rtl="0"/>
            <a:endParaRPr lang="sr-Latn-RS" noProof="0"/>
          </a:p>
        </p:txBody>
      </p:sp>
      <p:sp>
        <p:nvSpPr>
          <p:cNvPr id="6" name="Čuvar mesta za broj slajda 3"/>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držaj sa natpisom">
    <p:spTree>
      <p:nvGrpSpPr>
        <p:cNvPr id="1" name=""/>
        <p:cNvGrpSpPr/>
        <p:nvPr/>
      </p:nvGrpSpPr>
      <p:grpSpPr>
        <a:xfrm>
          <a:off x="0" y="0"/>
          <a:ext cx="0" cy="0"/>
          <a:chOff x="0" y="0"/>
          <a:chExt cx="0" cy="0"/>
        </a:xfrm>
      </p:grpSpPr>
      <p:sp>
        <p:nvSpPr>
          <p:cNvPr id="2" name="Naslov 1"/>
          <p:cNvSpPr>
            <a:spLocks noGrp="1"/>
          </p:cNvSpPr>
          <p:nvPr>
            <p:ph type="title" hasCustomPrompt="1"/>
          </p:nvPr>
        </p:nvSpPr>
        <p:spPr>
          <a:xfrm>
            <a:off x="1154954" y="1447800"/>
            <a:ext cx="3401064" cy="1447800"/>
          </a:xfrm>
        </p:spPr>
        <p:txBody>
          <a:bodyPr rtlCol="0" anchor="b"/>
          <a:lstStyle>
            <a:lvl1pPr algn="l">
              <a:defRPr sz="2400" b="0"/>
            </a:lvl1pPr>
          </a:lstStyle>
          <a:p>
            <a:pPr rtl="0"/>
            <a:r>
              <a:rPr lang="sr-Latn-RS" noProof="0"/>
              <a:t>Kliknite da biste uredili stil za naslov mastera</a:t>
            </a:r>
          </a:p>
        </p:txBody>
      </p:sp>
      <p:sp>
        <p:nvSpPr>
          <p:cNvPr id="3" name="Čuvar mesta za sadržaj 2"/>
          <p:cNvSpPr>
            <a:spLocks noGrp="1"/>
          </p:cNvSpPr>
          <p:nvPr>
            <p:ph idx="1" hasCustomPrompt="1"/>
          </p:nvPr>
        </p:nvSpPr>
        <p:spPr>
          <a:xfrm>
            <a:off x="4784616" y="1447800"/>
            <a:ext cx="5195997" cy="4572000"/>
          </a:xfrm>
        </p:spPr>
        <p:txBody>
          <a:bodyPr rtlCol="0"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4" name="Čuvar mesta za tekst 3"/>
          <p:cNvSpPr>
            <a:spLocks noGrp="1"/>
          </p:cNvSpPr>
          <p:nvPr>
            <p:ph type="body" sz="half" idx="2" hasCustomPrompt="1"/>
          </p:nvPr>
        </p:nvSpPr>
        <p:spPr>
          <a:xfrm>
            <a:off x="1154954" y="3129280"/>
            <a:ext cx="3401063" cy="2895599"/>
          </a:xfrm>
        </p:spPr>
        <p:txBody>
          <a:bodyPr rtlCol="0"/>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7" name="Čuvar mesta za datum 4"/>
          <p:cNvSpPr>
            <a:spLocks noGrp="1"/>
          </p:cNvSpPr>
          <p:nvPr>
            <p:ph type="dt" sz="half" idx="10"/>
          </p:nvPr>
        </p:nvSpPr>
        <p:spPr/>
        <p:txBody>
          <a:bodyPr rtlCol="0"/>
          <a:lstStyle/>
          <a:p>
            <a:pPr rtl="0"/>
            <a:fld id="{233D6724-7A10-4DFE-A212-C0C64918E6AB}" type="datetime1">
              <a:rPr lang="sr-Latn-RS" noProof="0" smtClean="0"/>
              <a:t>31.12.2025.</a:t>
            </a:fld>
            <a:endParaRPr lang="sr-Latn-RS" noProof="0"/>
          </a:p>
        </p:txBody>
      </p:sp>
      <p:sp>
        <p:nvSpPr>
          <p:cNvPr id="5" name="Čuvar mesta za podnožje 5"/>
          <p:cNvSpPr>
            <a:spLocks noGrp="1"/>
          </p:cNvSpPr>
          <p:nvPr>
            <p:ph type="ftr" sz="quarter" idx="11"/>
          </p:nvPr>
        </p:nvSpPr>
        <p:spPr/>
        <p:txBody>
          <a:bodyPr rtlCol="0"/>
          <a:lstStyle/>
          <a:p>
            <a:pPr rtl="0"/>
            <a:endParaRPr lang="sr-Latn-RS" noProof="0"/>
          </a:p>
        </p:txBody>
      </p:sp>
      <p:sp>
        <p:nvSpPr>
          <p:cNvPr id="6" name="Čuvar mesta za broj slajda 6"/>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lika sa natpisom">
    <p:spTree>
      <p:nvGrpSpPr>
        <p:cNvPr id="1" name=""/>
        <p:cNvGrpSpPr/>
        <p:nvPr/>
      </p:nvGrpSpPr>
      <p:grpSpPr>
        <a:xfrm>
          <a:off x="0" y="0"/>
          <a:ext cx="0" cy="0"/>
          <a:chOff x="0" y="0"/>
          <a:chExt cx="0" cy="0"/>
        </a:xfrm>
      </p:grpSpPr>
      <p:sp>
        <p:nvSpPr>
          <p:cNvPr id="2" name="Naslov 1"/>
          <p:cNvSpPr>
            <a:spLocks noGrp="1"/>
          </p:cNvSpPr>
          <p:nvPr>
            <p:ph type="title" hasCustomPrompt="1"/>
          </p:nvPr>
        </p:nvSpPr>
        <p:spPr>
          <a:xfrm>
            <a:off x="1153907" y="1854192"/>
            <a:ext cx="5092906" cy="1574808"/>
          </a:xfrm>
        </p:spPr>
        <p:txBody>
          <a:bodyPr rtlCol="0" anchor="b">
            <a:normAutofit/>
          </a:bodyPr>
          <a:lstStyle>
            <a:lvl1pPr algn="l">
              <a:defRPr sz="3600" b="0"/>
            </a:lvl1pPr>
          </a:lstStyle>
          <a:p>
            <a:pPr rtl="0"/>
            <a:r>
              <a:rPr lang="sr-Latn-RS" noProof="0"/>
              <a:t>Kliknite da biste uredili stil za naslov mastera</a:t>
            </a:r>
          </a:p>
        </p:txBody>
      </p:sp>
      <p:sp>
        <p:nvSpPr>
          <p:cNvPr id="3" name="Čuvar mesta za sliku 2"/>
          <p:cNvSpPr>
            <a:spLocks noGrp="1" noChangeAspect="1"/>
          </p:cNvSpPr>
          <p:nvPr>
            <p:ph type="pic" idx="1" hasCustomPrompt="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r-Latn-RS" noProof="0"/>
              <a:t>Kliknite na ikonu da biste dodali sliku</a:t>
            </a:r>
          </a:p>
        </p:txBody>
      </p:sp>
      <p:sp>
        <p:nvSpPr>
          <p:cNvPr id="4" name="Čuvar mesta za tekst 3"/>
          <p:cNvSpPr>
            <a:spLocks noGrp="1"/>
          </p:cNvSpPr>
          <p:nvPr>
            <p:ph type="body" sz="half" idx="2" hasCustomPrompt="1"/>
          </p:nvPr>
        </p:nvSpPr>
        <p:spPr>
          <a:xfrm>
            <a:off x="1154954" y="3657600"/>
            <a:ext cx="5084979" cy="1371600"/>
          </a:xfrm>
        </p:spPr>
        <p:txBody>
          <a:bodyPr rtlCol="0">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5" name="Čuvar mesta za datum 4"/>
          <p:cNvSpPr>
            <a:spLocks noGrp="1"/>
          </p:cNvSpPr>
          <p:nvPr>
            <p:ph type="dt" sz="half" idx="10"/>
          </p:nvPr>
        </p:nvSpPr>
        <p:spPr/>
        <p:txBody>
          <a:bodyPr rtlCol="0"/>
          <a:lstStyle/>
          <a:p>
            <a:pPr rtl="0"/>
            <a:fld id="{824BCCD7-3CBE-4E9D-A0CD-5102FD10AEDD}" type="datetime1">
              <a:rPr lang="sr-Latn-RS" noProof="0" smtClean="0"/>
              <a:t>31.12.2025.</a:t>
            </a:fld>
            <a:endParaRPr lang="sr-Latn-RS" noProof="0"/>
          </a:p>
        </p:txBody>
      </p:sp>
      <p:sp>
        <p:nvSpPr>
          <p:cNvPr id="6" name="Čuvar mesta za podnožje 5"/>
          <p:cNvSpPr>
            <a:spLocks noGrp="1"/>
          </p:cNvSpPr>
          <p:nvPr>
            <p:ph type="ftr" sz="quarter" idx="11"/>
          </p:nvPr>
        </p:nvSpPr>
        <p:spPr/>
        <p:txBody>
          <a:bodyPr rtlCol="0"/>
          <a:lstStyle/>
          <a:p>
            <a:pPr rtl="0"/>
            <a:endParaRPr lang="sr-Latn-RS" noProof="0"/>
          </a:p>
        </p:txBody>
      </p:sp>
      <p:sp>
        <p:nvSpPr>
          <p:cNvPr id="7" name="Čuvar mesta za broj slajda 6"/>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ska slika sa natpisom">
    <p:spTree>
      <p:nvGrpSpPr>
        <p:cNvPr id="1" name=""/>
        <p:cNvGrpSpPr/>
        <p:nvPr/>
      </p:nvGrpSpPr>
      <p:grpSpPr>
        <a:xfrm>
          <a:off x="0" y="0"/>
          <a:ext cx="0" cy="0"/>
          <a:chOff x="0" y="0"/>
          <a:chExt cx="0" cy="0"/>
        </a:xfrm>
      </p:grpSpPr>
      <p:sp>
        <p:nvSpPr>
          <p:cNvPr id="2" name="Naslov 1"/>
          <p:cNvSpPr>
            <a:spLocks noGrp="1"/>
          </p:cNvSpPr>
          <p:nvPr>
            <p:ph type="title" hasCustomPrompt="1"/>
          </p:nvPr>
        </p:nvSpPr>
        <p:spPr>
          <a:xfrm>
            <a:off x="1154956" y="4800587"/>
            <a:ext cx="8825657" cy="566738"/>
          </a:xfrm>
        </p:spPr>
        <p:txBody>
          <a:bodyPr rtlCol="0" anchor="b">
            <a:normAutofit/>
          </a:bodyPr>
          <a:lstStyle>
            <a:lvl1pPr algn="l">
              <a:defRPr sz="2400" b="0"/>
            </a:lvl1pPr>
          </a:lstStyle>
          <a:p>
            <a:pPr rtl="0"/>
            <a:r>
              <a:rPr lang="sr-Latn-RS" noProof="0"/>
              <a:t>Kliknite da biste uredili stil za naslov mastera</a:t>
            </a:r>
          </a:p>
        </p:txBody>
      </p:sp>
      <p:sp>
        <p:nvSpPr>
          <p:cNvPr id="3" name="Čuvar mesta za sliku 2"/>
          <p:cNvSpPr>
            <a:spLocks noGrp="1" noChangeAspect="1"/>
          </p:cNvSpPr>
          <p:nvPr>
            <p:ph type="pic" idx="1" hasCustomPrompt="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r-Latn-RS" noProof="0"/>
              <a:t>Kliknite na ikonu da biste dodali sliku</a:t>
            </a:r>
          </a:p>
        </p:txBody>
      </p:sp>
      <p:sp>
        <p:nvSpPr>
          <p:cNvPr id="4" name="Čuvar mesta za tekst 3"/>
          <p:cNvSpPr>
            <a:spLocks noGrp="1"/>
          </p:cNvSpPr>
          <p:nvPr>
            <p:ph type="body" sz="half" idx="2" hasCustomPrompt="1"/>
          </p:nvPr>
        </p:nvSpPr>
        <p:spPr>
          <a:xfrm>
            <a:off x="1154956" y="5367325"/>
            <a:ext cx="8825656" cy="493712"/>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5" name="Čuvar mesta za datum 4"/>
          <p:cNvSpPr>
            <a:spLocks noGrp="1"/>
          </p:cNvSpPr>
          <p:nvPr>
            <p:ph type="dt" sz="half" idx="10"/>
          </p:nvPr>
        </p:nvSpPr>
        <p:spPr/>
        <p:txBody>
          <a:bodyPr rtlCol="0"/>
          <a:lstStyle/>
          <a:p>
            <a:pPr rtl="0"/>
            <a:fld id="{C5AF4A4D-A8B0-42B3-A9AF-7297B8166433}" type="datetime1">
              <a:rPr lang="sr-Latn-RS" noProof="0" smtClean="0"/>
              <a:t>31.12.2025.</a:t>
            </a:fld>
            <a:endParaRPr lang="sr-Latn-RS" noProof="0"/>
          </a:p>
        </p:txBody>
      </p:sp>
      <p:sp>
        <p:nvSpPr>
          <p:cNvPr id="6" name="Čuvar mesta za podnožje 5"/>
          <p:cNvSpPr>
            <a:spLocks noGrp="1"/>
          </p:cNvSpPr>
          <p:nvPr>
            <p:ph type="ftr" sz="quarter" idx="11"/>
          </p:nvPr>
        </p:nvSpPr>
        <p:spPr/>
        <p:txBody>
          <a:bodyPr rtlCol="0"/>
          <a:lstStyle/>
          <a:p>
            <a:pPr rtl="0"/>
            <a:endParaRPr lang="sr-Latn-RS" noProof="0"/>
          </a:p>
        </p:txBody>
      </p:sp>
      <p:sp>
        <p:nvSpPr>
          <p:cNvPr id="7" name="Čuvar mesta za broj slajda 6"/>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aslov i natpis">
    <p:spTree>
      <p:nvGrpSpPr>
        <p:cNvPr id="1" name=""/>
        <p:cNvGrpSpPr/>
        <p:nvPr/>
      </p:nvGrpSpPr>
      <p:grpSpPr>
        <a:xfrm>
          <a:off x="0" y="0"/>
          <a:ext cx="0" cy="0"/>
          <a:chOff x="0" y="0"/>
          <a:chExt cx="0" cy="0"/>
        </a:xfrm>
      </p:grpSpPr>
      <p:sp>
        <p:nvSpPr>
          <p:cNvPr id="2" name="Naslov 1"/>
          <p:cNvSpPr>
            <a:spLocks noGrp="1"/>
          </p:cNvSpPr>
          <p:nvPr>
            <p:ph type="title" hasCustomPrompt="1"/>
          </p:nvPr>
        </p:nvSpPr>
        <p:spPr>
          <a:xfrm>
            <a:off x="1154954" y="1447800"/>
            <a:ext cx="8825659" cy="1981200"/>
          </a:xfrm>
        </p:spPr>
        <p:txBody>
          <a:bodyPr rtlCol="0"/>
          <a:lstStyle>
            <a:lvl1pPr>
              <a:defRPr sz="4800"/>
            </a:lvl1pPr>
          </a:lstStyle>
          <a:p>
            <a:pPr rtl="0"/>
            <a:r>
              <a:rPr lang="sr-Latn-RS" noProof="0"/>
              <a:t>Kliknite da biste uredili stil za naslov mastera</a:t>
            </a:r>
          </a:p>
        </p:txBody>
      </p:sp>
      <p:sp>
        <p:nvSpPr>
          <p:cNvPr id="8" name="Čuvar mesta za tekst 3"/>
          <p:cNvSpPr>
            <a:spLocks noGrp="1"/>
          </p:cNvSpPr>
          <p:nvPr>
            <p:ph type="body" sz="half" idx="2" hasCustomPrompt="1"/>
          </p:nvPr>
        </p:nvSpPr>
        <p:spPr>
          <a:xfrm>
            <a:off x="1154954" y="3657600"/>
            <a:ext cx="8825659" cy="2362200"/>
          </a:xfrm>
        </p:spPr>
        <p:txBody>
          <a:bodyPr rtlCol="0"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4" name="Čuvar mesta za datum 3"/>
          <p:cNvSpPr>
            <a:spLocks noGrp="1"/>
          </p:cNvSpPr>
          <p:nvPr>
            <p:ph type="dt" sz="half" idx="10"/>
          </p:nvPr>
        </p:nvSpPr>
        <p:spPr/>
        <p:txBody>
          <a:bodyPr rtlCol="0"/>
          <a:lstStyle/>
          <a:p>
            <a:pPr rtl="0"/>
            <a:fld id="{D9BDEC66-6F76-4E34-BC7B-1953CCE38442}"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 sa natpisom">
    <p:spTree>
      <p:nvGrpSpPr>
        <p:cNvPr id="1" name=""/>
        <p:cNvGrpSpPr/>
        <p:nvPr/>
      </p:nvGrpSpPr>
      <p:grpSpPr>
        <a:xfrm>
          <a:off x="0" y="0"/>
          <a:ext cx="0" cy="0"/>
          <a:chOff x="0" y="0"/>
          <a:chExt cx="0" cy="0"/>
        </a:xfrm>
      </p:grpSpPr>
      <p:sp>
        <p:nvSpPr>
          <p:cNvPr id="2" name="Naslov 1"/>
          <p:cNvSpPr>
            <a:spLocks noGrp="1"/>
          </p:cNvSpPr>
          <p:nvPr>
            <p:ph type="title" hasCustomPrompt="1"/>
          </p:nvPr>
        </p:nvSpPr>
        <p:spPr>
          <a:xfrm>
            <a:off x="1574801" y="1447800"/>
            <a:ext cx="7999315" cy="2323374"/>
          </a:xfrm>
        </p:spPr>
        <p:txBody>
          <a:bodyPr rtlCol="0"/>
          <a:lstStyle>
            <a:lvl1pPr>
              <a:defRPr sz="4800"/>
            </a:lvl1pPr>
          </a:lstStyle>
          <a:p>
            <a:pPr rtl="0"/>
            <a:r>
              <a:rPr lang="sr-Latn-RS" noProof="0"/>
              <a:t>Kliknite da biste uredili stil za naslov mastera</a:t>
            </a:r>
          </a:p>
        </p:txBody>
      </p:sp>
      <p:sp>
        <p:nvSpPr>
          <p:cNvPr id="14" name="Čuvar mesta za tekst 3"/>
          <p:cNvSpPr>
            <a:spLocks noGrp="1"/>
          </p:cNvSpPr>
          <p:nvPr>
            <p:ph type="body" sz="half" idx="13" hasCustomPrompt="1"/>
          </p:nvPr>
        </p:nvSpPr>
        <p:spPr>
          <a:xfrm>
            <a:off x="1930400" y="3771174"/>
            <a:ext cx="7279649" cy="342174"/>
          </a:xfrm>
        </p:spPr>
        <p:txBody>
          <a:bodyPr rtlCol="0"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10" name="Čuvar mesta za tekst 3"/>
          <p:cNvSpPr>
            <a:spLocks noGrp="1"/>
          </p:cNvSpPr>
          <p:nvPr>
            <p:ph type="body" sz="half" idx="2" hasCustomPrompt="1"/>
          </p:nvPr>
        </p:nvSpPr>
        <p:spPr>
          <a:xfrm>
            <a:off x="1154954" y="4350657"/>
            <a:ext cx="8825659" cy="1676400"/>
          </a:xfrm>
        </p:spPr>
        <p:txBody>
          <a:bodyPr rtlCol="0"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4" name="Čuvar mesta za datum 3"/>
          <p:cNvSpPr>
            <a:spLocks noGrp="1"/>
          </p:cNvSpPr>
          <p:nvPr>
            <p:ph type="dt" sz="half" idx="10"/>
          </p:nvPr>
        </p:nvSpPr>
        <p:spPr/>
        <p:txBody>
          <a:bodyPr rtlCol="0"/>
          <a:lstStyle/>
          <a:p>
            <a:pPr rtl="0"/>
            <a:fld id="{5EB765FA-3D9C-40E9-B96A-AA1F3EA87696}"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
        <p:nvSpPr>
          <p:cNvPr id="9" name="Okvir za tekst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rtl="0"/>
            <a:r>
              <a:rPr lang="sr-Latn-RS" noProof="0"/>
              <a:t>„</a:t>
            </a:r>
          </a:p>
        </p:txBody>
      </p:sp>
      <p:sp>
        <p:nvSpPr>
          <p:cNvPr id="13" name="Okvir za tekst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rtl="0"/>
            <a:r>
              <a:rPr lang="sr-Latn-RS" noProof="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ica sa imenom">
    <p:spTree>
      <p:nvGrpSpPr>
        <p:cNvPr id="1" name=""/>
        <p:cNvGrpSpPr/>
        <p:nvPr/>
      </p:nvGrpSpPr>
      <p:grpSpPr>
        <a:xfrm>
          <a:off x="0" y="0"/>
          <a:ext cx="0" cy="0"/>
          <a:chOff x="0" y="0"/>
          <a:chExt cx="0" cy="0"/>
        </a:xfrm>
      </p:grpSpPr>
      <p:sp>
        <p:nvSpPr>
          <p:cNvPr id="2" name="Naslov 1"/>
          <p:cNvSpPr>
            <a:spLocks noGrp="1"/>
          </p:cNvSpPr>
          <p:nvPr>
            <p:ph type="title" hasCustomPrompt="1"/>
          </p:nvPr>
        </p:nvSpPr>
        <p:spPr>
          <a:xfrm>
            <a:off x="1154954" y="3124201"/>
            <a:ext cx="8825660" cy="1653180"/>
          </a:xfrm>
        </p:spPr>
        <p:txBody>
          <a:bodyPr rtlCol="0" anchor="b"/>
          <a:lstStyle>
            <a:lvl1pPr algn="l">
              <a:defRPr sz="4000" b="0" cap="none"/>
            </a:lvl1pPr>
          </a:lstStyle>
          <a:p>
            <a:pPr rtl="0"/>
            <a:r>
              <a:rPr lang="sr-Latn-RS" noProof="0"/>
              <a:t>Kliknite da biste uredili stil za naslov mastera</a:t>
            </a:r>
          </a:p>
        </p:txBody>
      </p:sp>
      <p:sp>
        <p:nvSpPr>
          <p:cNvPr id="3" name="Čuvar mesta za tekst 2"/>
          <p:cNvSpPr>
            <a:spLocks noGrp="1"/>
          </p:cNvSpPr>
          <p:nvPr>
            <p:ph type="body" idx="1" hasCustomPrompt="1"/>
          </p:nvPr>
        </p:nvSpPr>
        <p:spPr>
          <a:xfrm>
            <a:off x="1154954" y="4777381"/>
            <a:ext cx="8825659" cy="860400"/>
          </a:xfrm>
        </p:spPr>
        <p:txBody>
          <a:bodyPr rtlCol="0"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r-Latn-RS" noProof="0"/>
              <a:t>Uređivanje stilova za tekst mastera</a:t>
            </a:r>
          </a:p>
        </p:txBody>
      </p:sp>
      <p:sp>
        <p:nvSpPr>
          <p:cNvPr id="4" name="Čuvar mesta za datum 3"/>
          <p:cNvSpPr>
            <a:spLocks noGrp="1"/>
          </p:cNvSpPr>
          <p:nvPr>
            <p:ph type="dt" sz="half" idx="10"/>
          </p:nvPr>
        </p:nvSpPr>
        <p:spPr/>
        <p:txBody>
          <a:bodyPr rtlCol="0"/>
          <a:lstStyle/>
          <a:p>
            <a:pPr rtl="0"/>
            <a:fld id="{C9133D1E-0508-4C2D-A838-DAD65ECE44AA}"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ne">
    <p:spTree>
      <p:nvGrpSpPr>
        <p:cNvPr id="1" name=""/>
        <p:cNvGrpSpPr/>
        <p:nvPr/>
      </p:nvGrpSpPr>
      <p:grpSpPr>
        <a:xfrm>
          <a:off x="0" y="0"/>
          <a:ext cx="0" cy="0"/>
          <a:chOff x="0" y="0"/>
          <a:chExt cx="0" cy="0"/>
        </a:xfrm>
      </p:grpSpPr>
      <p:sp>
        <p:nvSpPr>
          <p:cNvPr id="2" name="Naslov 1"/>
          <p:cNvSpPr>
            <a:spLocks noGrp="1"/>
          </p:cNvSpPr>
          <p:nvPr>
            <p:ph type="title" hasCustomPrompt="1"/>
          </p:nvPr>
        </p:nvSpPr>
        <p:spPr/>
        <p:txBody>
          <a:bodyPr rtlCol="0"/>
          <a:lstStyle>
            <a:lvl1pPr>
              <a:defRPr sz="4200"/>
            </a:lvl1pPr>
          </a:lstStyle>
          <a:p>
            <a:pPr rtl="0"/>
            <a:r>
              <a:rPr lang="sr-Latn-RS" noProof="0"/>
              <a:t>Kliknite da biste uredili stil za naslov mastera</a:t>
            </a:r>
          </a:p>
        </p:txBody>
      </p:sp>
      <p:sp>
        <p:nvSpPr>
          <p:cNvPr id="3" name="Čuvar mesta za tekst 2"/>
          <p:cNvSpPr>
            <a:spLocks noGrp="1"/>
          </p:cNvSpPr>
          <p:nvPr>
            <p:ph type="body" idx="1" hasCustomPrompt="1"/>
          </p:nvPr>
        </p:nvSpPr>
        <p:spPr>
          <a:xfrm>
            <a:off x="632947" y="1981200"/>
            <a:ext cx="2946866"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16" name="Čuvar mesta za tekst 3"/>
          <p:cNvSpPr>
            <a:spLocks noGrp="1"/>
          </p:cNvSpPr>
          <p:nvPr>
            <p:ph type="body" sz="half" idx="15" hasCustomPrompt="1"/>
          </p:nvPr>
        </p:nvSpPr>
        <p:spPr>
          <a:xfrm>
            <a:off x="652463" y="2667000"/>
            <a:ext cx="2927350" cy="358933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5" name="Čuvar mesta za tekst 4"/>
          <p:cNvSpPr>
            <a:spLocks noGrp="1"/>
          </p:cNvSpPr>
          <p:nvPr>
            <p:ph type="body" sz="quarter" idx="3" hasCustomPrompt="1"/>
          </p:nvPr>
        </p:nvSpPr>
        <p:spPr>
          <a:xfrm>
            <a:off x="3883659" y="1981200"/>
            <a:ext cx="2936241"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19" name="Čuvar mesta za tekst 3"/>
          <p:cNvSpPr>
            <a:spLocks noGrp="1"/>
          </p:cNvSpPr>
          <p:nvPr>
            <p:ph type="body" sz="half" idx="16" hasCustomPrompt="1"/>
          </p:nvPr>
        </p:nvSpPr>
        <p:spPr>
          <a:xfrm>
            <a:off x="3873106" y="2667000"/>
            <a:ext cx="2946794" cy="358933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14" name="Čuvar mesta za tekst 4"/>
          <p:cNvSpPr>
            <a:spLocks noGrp="1"/>
          </p:cNvSpPr>
          <p:nvPr>
            <p:ph type="body" sz="quarter" idx="13" hasCustomPrompt="1"/>
          </p:nvPr>
        </p:nvSpPr>
        <p:spPr>
          <a:xfrm>
            <a:off x="7124700" y="1981200"/>
            <a:ext cx="2932113"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20" name="Čuvar mesta za tekst 3"/>
          <p:cNvSpPr>
            <a:spLocks noGrp="1"/>
          </p:cNvSpPr>
          <p:nvPr>
            <p:ph type="body" sz="half" idx="17" hasCustomPrompt="1"/>
          </p:nvPr>
        </p:nvSpPr>
        <p:spPr>
          <a:xfrm>
            <a:off x="7124700" y="2667000"/>
            <a:ext cx="2932113" cy="358933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cxnSp>
        <p:nvCxnSpPr>
          <p:cNvPr id="17" name="Prava linija spajanja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Prava linija spajanja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Čuvar mesta za datum 3"/>
          <p:cNvSpPr>
            <a:spLocks noGrp="1"/>
          </p:cNvSpPr>
          <p:nvPr>
            <p:ph type="dt" sz="half" idx="10"/>
          </p:nvPr>
        </p:nvSpPr>
        <p:spPr/>
        <p:txBody>
          <a:bodyPr rtlCol="0"/>
          <a:lstStyle/>
          <a:p>
            <a:pPr rtl="0"/>
            <a:fld id="{2074E9A9-50D5-4C97-9836-D723B0B5D999}" type="datetime1">
              <a:rPr lang="sr-Latn-RS" noProof="0" smtClean="0"/>
              <a:t>31.12.2025.</a:t>
            </a:fld>
            <a:endParaRPr lang="sr-Latn-RS" noProof="0"/>
          </a:p>
        </p:txBody>
      </p:sp>
      <p:sp>
        <p:nvSpPr>
          <p:cNvPr id="4"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olone slike">
    <p:spTree>
      <p:nvGrpSpPr>
        <p:cNvPr id="1" name=""/>
        <p:cNvGrpSpPr/>
        <p:nvPr/>
      </p:nvGrpSpPr>
      <p:grpSpPr>
        <a:xfrm>
          <a:off x="0" y="0"/>
          <a:ext cx="0" cy="0"/>
          <a:chOff x="0" y="0"/>
          <a:chExt cx="0" cy="0"/>
        </a:xfrm>
      </p:grpSpPr>
      <p:sp>
        <p:nvSpPr>
          <p:cNvPr id="2" name="Naslov 1"/>
          <p:cNvSpPr>
            <a:spLocks noGrp="1"/>
          </p:cNvSpPr>
          <p:nvPr>
            <p:ph type="title" hasCustomPrompt="1"/>
          </p:nvPr>
        </p:nvSpPr>
        <p:spPr/>
        <p:txBody>
          <a:bodyPr rtlCol="0"/>
          <a:lstStyle>
            <a:lvl1pPr>
              <a:defRPr sz="4200"/>
            </a:lvl1pPr>
          </a:lstStyle>
          <a:p>
            <a:pPr rtl="0"/>
            <a:r>
              <a:rPr lang="sr-Latn-RS" noProof="0"/>
              <a:t>Kliknite da biste uredili stil za naslov mastera</a:t>
            </a:r>
          </a:p>
        </p:txBody>
      </p:sp>
      <p:sp>
        <p:nvSpPr>
          <p:cNvPr id="3" name="Čuvar mesta za tekst 2"/>
          <p:cNvSpPr>
            <a:spLocks noGrp="1"/>
          </p:cNvSpPr>
          <p:nvPr>
            <p:ph type="body" idx="1" hasCustomPrompt="1"/>
          </p:nvPr>
        </p:nvSpPr>
        <p:spPr>
          <a:xfrm>
            <a:off x="652463" y="4250949"/>
            <a:ext cx="2940050"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29" name="Čuvar mesta za sliku 2"/>
          <p:cNvSpPr>
            <a:spLocks noGrp="1" noChangeAspect="1"/>
          </p:cNvSpPr>
          <p:nvPr>
            <p:ph type="pic" idx="15" hasCustomPrompt="1"/>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r-Latn-RS" noProof="0"/>
              <a:t>Kliknite na ikonu da biste dodali sliku</a:t>
            </a:r>
          </a:p>
        </p:txBody>
      </p:sp>
      <p:sp>
        <p:nvSpPr>
          <p:cNvPr id="22" name="Čuvar mesta za tekst 3"/>
          <p:cNvSpPr>
            <a:spLocks noGrp="1"/>
          </p:cNvSpPr>
          <p:nvPr>
            <p:ph type="body" sz="half" idx="18" hasCustomPrompt="1"/>
          </p:nvPr>
        </p:nvSpPr>
        <p:spPr>
          <a:xfrm>
            <a:off x="652463" y="4827211"/>
            <a:ext cx="2940050" cy="659189"/>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5" name="Čuvar mesta za tekst 4"/>
          <p:cNvSpPr>
            <a:spLocks noGrp="1"/>
          </p:cNvSpPr>
          <p:nvPr>
            <p:ph type="body" sz="quarter" idx="3" hasCustomPrompt="1"/>
          </p:nvPr>
        </p:nvSpPr>
        <p:spPr>
          <a:xfrm>
            <a:off x="3889375" y="4250949"/>
            <a:ext cx="2930525"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30" name="Čuvar mesta za sliku 2"/>
          <p:cNvSpPr>
            <a:spLocks noGrp="1" noChangeAspect="1"/>
          </p:cNvSpPr>
          <p:nvPr>
            <p:ph type="pic" idx="21" hasCustomPrompt="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r-Latn-RS" noProof="0"/>
              <a:t>Kliknite na ikonu da biste dodali sliku</a:t>
            </a:r>
          </a:p>
        </p:txBody>
      </p:sp>
      <p:sp>
        <p:nvSpPr>
          <p:cNvPr id="23" name="Čuvar mesta za tekst 3"/>
          <p:cNvSpPr>
            <a:spLocks noGrp="1"/>
          </p:cNvSpPr>
          <p:nvPr>
            <p:ph type="body" sz="half" idx="19" hasCustomPrompt="1"/>
          </p:nvPr>
        </p:nvSpPr>
        <p:spPr>
          <a:xfrm>
            <a:off x="3888022" y="4827210"/>
            <a:ext cx="2934406" cy="659189"/>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sp>
        <p:nvSpPr>
          <p:cNvPr id="14" name="Čuvar mesta za tekst 4"/>
          <p:cNvSpPr>
            <a:spLocks noGrp="1"/>
          </p:cNvSpPr>
          <p:nvPr>
            <p:ph type="body" sz="quarter" idx="13" hasCustomPrompt="1"/>
          </p:nvPr>
        </p:nvSpPr>
        <p:spPr>
          <a:xfrm>
            <a:off x="7124700" y="4250949"/>
            <a:ext cx="2932113" cy="576262"/>
          </a:xfrm>
        </p:spPr>
        <p:txBody>
          <a:bodyPr rtlCol="0"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r-Latn-RS" noProof="0"/>
              <a:t>Uređivanje stilova za tekst mastera</a:t>
            </a:r>
          </a:p>
        </p:txBody>
      </p:sp>
      <p:sp>
        <p:nvSpPr>
          <p:cNvPr id="31" name="Čuvar mesta za sliku 2"/>
          <p:cNvSpPr>
            <a:spLocks noGrp="1" noChangeAspect="1"/>
          </p:cNvSpPr>
          <p:nvPr>
            <p:ph type="pic" idx="22" hasCustomPrompt="1"/>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r-Latn-RS" noProof="0"/>
              <a:t>Kliknite na ikonu da biste dodali sliku</a:t>
            </a:r>
          </a:p>
        </p:txBody>
      </p:sp>
      <p:sp>
        <p:nvSpPr>
          <p:cNvPr id="24" name="Čuvar mesta za tekst 3"/>
          <p:cNvSpPr>
            <a:spLocks noGrp="1"/>
          </p:cNvSpPr>
          <p:nvPr>
            <p:ph type="body" sz="half" idx="20" hasCustomPrompt="1"/>
          </p:nvPr>
        </p:nvSpPr>
        <p:spPr>
          <a:xfrm>
            <a:off x="7124575" y="4827208"/>
            <a:ext cx="2935997" cy="659189"/>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r-Latn-RS" noProof="0"/>
              <a:t>Uređivanje stilova za tekst mastera</a:t>
            </a:r>
          </a:p>
        </p:txBody>
      </p:sp>
      <p:cxnSp>
        <p:nvCxnSpPr>
          <p:cNvPr id="17" name="Prava linija spajanja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Prava linija spajanja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Čuvar mesta za datum 3"/>
          <p:cNvSpPr>
            <a:spLocks noGrp="1"/>
          </p:cNvSpPr>
          <p:nvPr>
            <p:ph type="dt" sz="half" idx="10"/>
          </p:nvPr>
        </p:nvSpPr>
        <p:spPr/>
        <p:txBody>
          <a:bodyPr rtlCol="0"/>
          <a:lstStyle/>
          <a:p>
            <a:pPr rtl="0"/>
            <a:fld id="{53430014-F79E-4C97-81C9-73A81E0CAA2B}" type="datetime1">
              <a:rPr lang="sr-Latn-RS" noProof="0" smtClean="0"/>
              <a:t>31.12.2025.</a:t>
            </a:fld>
            <a:endParaRPr lang="sr-Latn-RS" noProof="0"/>
          </a:p>
        </p:txBody>
      </p:sp>
      <p:sp>
        <p:nvSpPr>
          <p:cNvPr id="4"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Naslov i vertikalni tekst">
    <p:spTree>
      <p:nvGrpSpPr>
        <p:cNvPr id="1" name=""/>
        <p:cNvGrpSpPr/>
        <p:nvPr/>
      </p:nvGrpSpPr>
      <p:grpSpPr>
        <a:xfrm>
          <a:off x="0" y="0"/>
          <a:ext cx="0" cy="0"/>
          <a:chOff x="0" y="0"/>
          <a:chExt cx="0" cy="0"/>
        </a:xfrm>
      </p:grpSpPr>
      <p:sp>
        <p:nvSpPr>
          <p:cNvPr id="2" name="Naslov 1"/>
          <p:cNvSpPr>
            <a:spLocks noGrp="1"/>
          </p:cNvSpPr>
          <p:nvPr>
            <p:ph type="title" hasCustomPrompt="1"/>
          </p:nvPr>
        </p:nvSpPr>
        <p:spPr/>
        <p:txBody>
          <a:bodyPr rtlCol="0"/>
          <a:lstStyle/>
          <a:p>
            <a:pPr rtl="0"/>
            <a:r>
              <a:rPr lang="sr-Latn-RS" noProof="0"/>
              <a:t>Kliknite da biste uredili stil za naslov mastera</a:t>
            </a:r>
          </a:p>
        </p:txBody>
      </p:sp>
      <p:sp>
        <p:nvSpPr>
          <p:cNvPr id="3" name="Čuvar mesta za vertikalni tekst 2"/>
          <p:cNvSpPr>
            <a:spLocks noGrp="1"/>
          </p:cNvSpPr>
          <p:nvPr>
            <p:ph type="body" orient="vert" idx="1" hasCustomPrompt="1"/>
          </p:nvPr>
        </p:nvSpPr>
        <p:spPr/>
        <p:txBody>
          <a:bodyPr vert="eaVert" rtlCol="0" anchor="t" anchorCtr="0"/>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4" name="Čuvar mesta za datum 3"/>
          <p:cNvSpPr>
            <a:spLocks noGrp="1"/>
          </p:cNvSpPr>
          <p:nvPr>
            <p:ph type="dt" sz="half" idx="10"/>
          </p:nvPr>
        </p:nvSpPr>
        <p:spPr/>
        <p:txBody>
          <a:bodyPr rtlCol="0"/>
          <a:lstStyle/>
          <a:p>
            <a:pPr rtl="0"/>
            <a:fld id="{EE058B46-658B-4C95-8B6C-E825A1ED7DD4}"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ni naslov i tekst">
    <p:spTree>
      <p:nvGrpSpPr>
        <p:cNvPr id="1" name=""/>
        <p:cNvGrpSpPr/>
        <p:nvPr/>
      </p:nvGrpSpPr>
      <p:grpSpPr>
        <a:xfrm>
          <a:off x="0" y="0"/>
          <a:ext cx="0" cy="0"/>
          <a:chOff x="0" y="0"/>
          <a:chExt cx="0" cy="0"/>
        </a:xfrm>
      </p:grpSpPr>
      <p:sp>
        <p:nvSpPr>
          <p:cNvPr id="2" name="Vertikalni naslov 1"/>
          <p:cNvSpPr>
            <a:spLocks noGrp="1"/>
          </p:cNvSpPr>
          <p:nvPr>
            <p:ph type="title" orient="vert" hasCustomPrompt="1"/>
          </p:nvPr>
        </p:nvSpPr>
        <p:spPr>
          <a:xfrm>
            <a:off x="8304212" y="430213"/>
            <a:ext cx="1752601" cy="5826125"/>
          </a:xfrm>
        </p:spPr>
        <p:txBody>
          <a:bodyPr vert="eaVert" rtlCol="0" anchor="b" anchorCtr="0"/>
          <a:lstStyle/>
          <a:p>
            <a:pPr rtl="0"/>
            <a:r>
              <a:rPr lang="sr-Latn-RS" noProof="0"/>
              <a:t>Kliknite da biste uredili stil za naslov mastera</a:t>
            </a:r>
          </a:p>
        </p:txBody>
      </p:sp>
      <p:sp>
        <p:nvSpPr>
          <p:cNvPr id="3" name="Čuvar mesta za vertikalni tekst 2"/>
          <p:cNvSpPr>
            <a:spLocks noGrp="1"/>
          </p:cNvSpPr>
          <p:nvPr>
            <p:ph type="body" orient="vert" idx="1" hasCustomPrompt="1"/>
          </p:nvPr>
        </p:nvSpPr>
        <p:spPr>
          <a:xfrm>
            <a:off x="652463" y="887414"/>
            <a:ext cx="7423149" cy="5368924"/>
          </a:xfrm>
        </p:spPr>
        <p:txBody>
          <a:bodyPr vert="eaVert" rtlCol="0"/>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4" name="Čuvar mesta za datum 3"/>
          <p:cNvSpPr>
            <a:spLocks noGrp="1"/>
          </p:cNvSpPr>
          <p:nvPr>
            <p:ph type="dt" sz="half" idx="10"/>
          </p:nvPr>
        </p:nvSpPr>
        <p:spPr/>
        <p:txBody>
          <a:bodyPr rtlCol="0"/>
          <a:lstStyle/>
          <a:p>
            <a:pPr rtl="0"/>
            <a:fld id="{E01B850F-E863-47C3-A0EE-E5A41EB2A33A}" type="datetime1">
              <a:rPr lang="sr-Latn-RS" noProof="0" smtClean="0"/>
              <a:t>31.12.2025.</a:t>
            </a:fld>
            <a:endParaRPr lang="sr-Latn-RS" noProof="0"/>
          </a:p>
        </p:txBody>
      </p:sp>
      <p:sp>
        <p:nvSpPr>
          <p:cNvPr id="5" name="Čuvar mesta za podnožje 4"/>
          <p:cNvSpPr>
            <a:spLocks noGrp="1"/>
          </p:cNvSpPr>
          <p:nvPr>
            <p:ph type="ftr" sz="quarter" idx="11"/>
          </p:nvPr>
        </p:nvSpPr>
        <p:spPr/>
        <p:txBody>
          <a:bodyPr rtlCol="0"/>
          <a:lstStyle/>
          <a:p>
            <a:pPr rtl="0"/>
            <a:endParaRPr lang="sr-Latn-RS" noProof="0"/>
          </a:p>
        </p:txBody>
      </p:sp>
      <p:sp>
        <p:nvSpPr>
          <p:cNvPr id="6" name="Čuvar mesta za broj slajda 5"/>
          <p:cNvSpPr>
            <a:spLocks noGrp="1"/>
          </p:cNvSpPr>
          <p:nvPr>
            <p:ph type="sldNum" sz="quarter" idx="12"/>
          </p:nvPr>
        </p:nvSpPr>
        <p:spPr/>
        <p:txBody>
          <a:bodyPr rtlCol="0"/>
          <a:lstStyle/>
          <a:p>
            <a:pPr rtl="0"/>
            <a:fld id="{D57F1E4F-1CFF-5643-939E-02111984F565}" type="slidenum">
              <a:rPr lang="sr-Latn-RS" noProof="0" smtClean="0"/>
              <a:t>‹#›</a:t>
            </a:fld>
            <a:endParaRPr lang="sr-Latn-R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Slika 7"/>
          <p:cNvPicPr>
            <a:picLocks noChangeAspect="1"/>
          </p:cNvPicPr>
          <p:nvPr/>
        </p:nvPicPr>
        <p:blipFill rotWithShape="1">
          <a:blip r:embed="rId19">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7" name="Slika 6"/>
          <p:cNvPicPr>
            <a:picLocks noChangeAspect="1"/>
          </p:cNvPicPr>
          <p:nvPr/>
        </p:nvPicPr>
        <p:blipFill rotWithShape="1">
          <a:blip r:embed="rId20">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16" name="Ovalno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Slika 8"/>
          <p:cNvPicPr>
            <a:picLocks noChangeAspect="1"/>
          </p:cNvPicPr>
          <p:nvPr/>
        </p:nvPicPr>
        <p:blipFill rotWithShape="1">
          <a:blip r:embed="rId21">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10" name="Slika 9"/>
          <p:cNvPicPr>
            <a:picLocks noChangeAspect="1"/>
          </p:cNvPicPr>
          <p:nvPr/>
        </p:nvPicPr>
        <p:blipFill rotWithShape="1">
          <a:blip r:embed="rId22">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14" name="Pravougaonik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Čuvar mesta za naslov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pPr rtl="0"/>
            <a:r>
              <a:rPr lang="sr-Latn-RS" noProof="0"/>
              <a:t>Kliknite da biste uredili stil za naslov mastera</a:t>
            </a:r>
          </a:p>
        </p:txBody>
      </p:sp>
      <p:sp>
        <p:nvSpPr>
          <p:cNvPr id="3" name="Čuvar mesta za tekst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rtl="0"/>
            <a:r>
              <a:rPr lang="sr-Latn-RS" noProof="0"/>
              <a:t>Uređivanje stilova za tekst mastera</a:t>
            </a:r>
          </a:p>
          <a:p>
            <a:pPr lvl="1" rtl="0"/>
            <a:r>
              <a:rPr lang="sr-Latn-RS" noProof="0"/>
              <a:t>Drugi nivo</a:t>
            </a:r>
          </a:p>
          <a:p>
            <a:pPr lvl="2" rtl="0"/>
            <a:r>
              <a:rPr lang="sr-Latn-RS" noProof="0"/>
              <a:t>Treći nivo</a:t>
            </a:r>
          </a:p>
          <a:p>
            <a:pPr lvl="3" rtl="0"/>
            <a:r>
              <a:rPr lang="sr-Latn-RS" noProof="0"/>
              <a:t>Četvrti nivo</a:t>
            </a:r>
          </a:p>
          <a:p>
            <a:pPr lvl="4" rtl="0"/>
            <a:r>
              <a:rPr lang="sr-Latn-RS" noProof="0"/>
              <a:t>Peti nivo</a:t>
            </a:r>
          </a:p>
        </p:txBody>
      </p:sp>
      <p:sp>
        <p:nvSpPr>
          <p:cNvPr id="4" name="Čuvar mesta za datum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rtl="0"/>
            <a:fld id="{CA8950BF-D2EB-4FE5-8093-6738C73A86A8}" type="datetime1">
              <a:rPr lang="sr-Latn-RS" noProof="0" smtClean="0"/>
              <a:t>31.12.2025.</a:t>
            </a:fld>
            <a:endParaRPr lang="sr-Latn-RS" noProof="0"/>
          </a:p>
        </p:txBody>
      </p:sp>
      <p:sp>
        <p:nvSpPr>
          <p:cNvPr id="5" name="Čuvar mesta za podnožje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rtl="0"/>
            <a:endParaRPr lang="sr-Latn-RS" noProof="0"/>
          </a:p>
        </p:txBody>
      </p:sp>
      <p:sp>
        <p:nvSpPr>
          <p:cNvPr id="6" name="Čuvar mesta za broj slajda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rtl="0"/>
            <a:fld id="{D57F1E4F-1CFF-5643-939E-02111984F565}" type="slidenum">
              <a:rPr lang="sr-Latn-RS" noProof="0" smtClean="0"/>
              <a:t>‹#›</a:t>
            </a:fld>
            <a:endParaRPr lang="sr-Latn-RS" noProof="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92356" y="10"/>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3" name="Okvir za tekst 12">
            <a:extLst>
              <a:ext uri="{FF2B5EF4-FFF2-40B4-BE49-F238E27FC236}">
                <a16:creationId xmlns:a16="http://schemas.microsoft.com/office/drawing/2014/main" id="{F4EFB852-A1FE-448C-8D22-D4A88728A36B}"/>
              </a:ext>
            </a:extLst>
          </p:cNvPr>
          <p:cNvSpPr txBox="1"/>
          <p:nvPr/>
        </p:nvSpPr>
        <p:spPr>
          <a:xfrm>
            <a:off x="4189267" y="1032163"/>
            <a:ext cx="3813464" cy="1107996"/>
          </a:xfrm>
          <a:prstGeom prst="rect">
            <a:avLst/>
          </a:prstGeom>
          <a:noFill/>
        </p:spPr>
        <p:txBody>
          <a:bodyPr wrap="square" rtlCol="0">
            <a:spAutoFit/>
          </a:bodyPr>
          <a:lstStyle/>
          <a:p>
            <a:r>
              <a:rPr lang="sr-Latn-ME" sz="6600" dirty="0">
                <a:effectLst>
                  <a:outerShdw blurRad="38100" dist="38100" dir="2700000" algn="tl">
                    <a:srgbClr val="000000">
                      <a:alpha val="43137"/>
                    </a:srgbClr>
                  </a:outerShdw>
                </a:effectLst>
                <a:latin typeface="Georgia" panose="02040502050405020303" pitchFamily="18" charset="0"/>
              </a:rPr>
              <a:t>SportLive</a:t>
            </a:r>
            <a:endParaRPr lang="LID4096" dirty="0">
              <a:effectLst>
                <a:outerShdw blurRad="38100" dist="38100" dir="2700000" algn="tl">
                  <a:srgbClr val="000000">
                    <a:alpha val="43137"/>
                  </a:srgbClr>
                </a:outerShdw>
              </a:effectLst>
              <a:latin typeface="Georgia" panose="02040502050405020303" pitchFamily="18" charset="0"/>
            </a:endParaRPr>
          </a:p>
        </p:txBody>
      </p:sp>
      <p:sp>
        <p:nvSpPr>
          <p:cNvPr id="18" name="Okvir za tekst 17">
            <a:extLst>
              <a:ext uri="{FF2B5EF4-FFF2-40B4-BE49-F238E27FC236}">
                <a16:creationId xmlns:a16="http://schemas.microsoft.com/office/drawing/2014/main" id="{8BC0454C-5F04-44D9-9442-1748EF2131A6}"/>
              </a:ext>
            </a:extLst>
          </p:cNvPr>
          <p:cNvSpPr txBox="1"/>
          <p:nvPr/>
        </p:nvSpPr>
        <p:spPr>
          <a:xfrm>
            <a:off x="1321951" y="3429000"/>
            <a:ext cx="6055595" cy="2523768"/>
          </a:xfrm>
          <a:prstGeom prst="rect">
            <a:avLst/>
          </a:prstGeom>
          <a:noFill/>
        </p:spPr>
        <p:txBody>
          <a:bodyPr wrap="square" rtlCol="0">
            <a:spAutoFit/>
          </a:bodyPr>
          <a:lstStyle/>
          <a:p>
            <a:r>
              <a:rPr lang="sr-Latn-ME" sz="2800" dirty="0">
                <a:latin typeface="Georgia" panose="02040502050405020303" pitchFamily="18" charset="0"/>
              </a:rPr>
              <a:t>Address:</a:t>
            </a:r>
          </a:p>
          <a:p>
            <a:endParaRPr lang="sr-Latn-ME" sz="2800" dirty="0">
              <a:latin typeface="Georgia" panose="02040502050405020303" pitchFamily="18" charset="0"/>
            </a:endParaRPr>
          </a:p>
          <a:p>
            <a:r>
              <a:rPr lang="sr-Latn-ME" sz="2800" dirty="0">
                <a:latin typeface="Georgia" panose="02040502050405020303" pitchFamily="18" charset="0"/>
              </a:rPr>
              <a:t>Mak Dizdara 14</a:t>
            </a:r>
          </a:p>
          <a:p>
            <a:endParaRPr lang="sr-Latn-ME" sz="2800" dirty="0">
              <a:latin typeface="Georgia" panose="02040502050405020303" pitchFamily="18" charset="0"/>
            </a:endParaRPr>
          </a:p>
          <a:p>
            <a:r>
              <a:rPr lang="sr-Latn-ME" sz="2800" dirty="0">
                <a:latin typeface="Georgia" panose="02040502050405020303" pitchFamily="18" charset="0"/>
              </a:rPr>
              <a:t>Zadar, Croatia</a:t>
            </a:r>
          </a:p>
          <a:p>
            <a:endParaRPr lang="LID4096" dirty="0"/>
          </a:p>
        </p:txBody>
      </p:sp>
    </p:spTree>
    <p:extLst>
      <p:ext uri="{BB962C8B-B14F-4D97-AF65-F5344CB8AC3E}">
        <p14:creationId xmlns:p14="http://schemas.microsoft.com/office/powerpoint/2010/main" val="19300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20" y="10"/>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2" name="Okvir za tekst 1">
            <a:extLst>
              <a:ext uri="{FF2B5EF4-FFF2-40B4-BE49-F238E27FC236}">
                <a16:creationId xmlns:a16="http://schemas.microsoft.com/office/drawing/2014/main" id="{561FCD37-4749-454A-B0A3-6B334521CE8F}"/>
              </a:ext>
            </a:extLst>
          </p:cNvPr>
          <p:cNvSpPr txBox="1"/>
          <p:nvPr/>
        </p:nvSpPr>
        <p:spPr>
          <a:xfrm>
            <a:off x="659821" y="1854456"/>
            <a:ext cx="10713028" cy="4401205"/>
          </a:xfrm>
          <a:prstGeom prst="rect">
            <a:avLst/>
          </a:prstGeom>
          <a:noFill/>
        </p:spPr>
        <p:txBody>
          <a:bodyPr wrap="square" rtlCol="0">
            <a:spAutoFit/>
          </a:bodyPr>
          <a:lstStyle/>
          <a:p>
            <a:pPr algn="ctr"/>
            <a:r>
              <a:rPr lang="en-GB" sz="2800" dirty="0">
                <a:latin typeface="Georgia" panose="02040502050405020303" pitchFamily="18" charset="0"/>
              </a:rPr>
              <a:t>Headquartered in Zadar, we are a company with 15 years of experience delivering expertise across multiple aspects of the sports betting industry.</a:t>
            </a:r>
            <a:r>
              <a:rPr lang="sr-Latn-ME" sz="2800" dirty="0">
                <a:latin typeface="Georgia" panose="02040502050405020303" pitchFamily="18" charset="0"/>
              </a:rPr>
              <a:t> W</a:t>
            </a:r>
            <a:r>
              <a:rPr lang="en-GB" sz="2800" dirty="0">
                <a:latin typeface="Georgia" panose="02040502050405020303" pitchFamily="18" charset="0"/>
              </a:rPr>
              <a:t>e have successfully collaborated with bookmakers across Europe and with some of the world’s leading providers. For 12 of those years, we worked exclusively with Bet90/Tipster, a Germany-based company</a:t>
            </a:r>
            <a:r>
              <a:rPr lang="en-GB" sz="2800" dirty="0"/>
              <a:t>.</a:t>
            </a:r>
            <a:r>
              <a:rPr lang="sr-Latn-ME" sz="2800">
                <a:latin typeface="Georgia" panose="02040502050405020303" pitchFamily="18" charset="0"/>
              </a:rPr>
              <a:t> </a:t>
            </a:r>
            <a:r>
              <a:rPr lang="en-GB" sz="2800">
                <a:latin typeface="Georgia" panose="02040502050405020303" pitchFamily="18" charset="0"/>
              </a:rPr>
              <a:t>Our </a:t>
            </a:r>
            <a:r>
              <a:rPr lang="en-GB" sz="2800" dirty="0">
                <a:latin typeface="Georgia" panose="02040502050405020303" pitchFamily="18" charset="0"/>
              </a:rPr>
              <a:t>expertise spans multiple operational and technical domains, allowing us to support clients at every stage of their business. We focus on delivering stable, efficient, and scalable solutions built on proven industry knowledge.</a:t>
            </a:r>
            <a:endParaRPr lang="LID4096" sz="2800" dirty="0">
              <a:latin typeface="Georgia" panose="02040502050405020303" pitchFamily="18" charset="0"/>
            </a:endParaRPr>
          </a:p>
        </p:txBody>
      </p:sp>
      <p:sp>
        <p:nvSpPr>
          <p:cNvPr id="3" name="Okvir za tekst 2">
            <a:extLst>
              <a:ext uri="{FF2B5EF4-FFF2-40B4-BE49-F238E27FC236}">
                <a16:creationId xmlns:a16="http://schemas.microsoft.com/office/drawing/2014/main" id="{CA2B7230-3AF5-41BB-9225-CEF6830A20EC}"/>
              </a:ext>
            </a:extLst>
          </p:cNvPr>
          <p:cNvSpPr txBox="1"/>
          <p:nvPr/>
        </p:nvSpPr>
        <p:spPr>
          <a:xfrm>
            <a:off x="4540826" y="610967"/>
            <a:ext cx="3065318" cy="769441"/>
          </a:xfrm>
          <a:prstGeom prst="rect">
            <a:avLst/>
          </a:prstGeom>
          <a:noFill/>
        </p:spPr>
        <p:txBody>
          <a:bodyPr wrap="square" rtlCol="0">
            <a:spAutoFit/>
          </a:bodyPr>
          <a:lstStyle/>
          <a:p>
            <a:r>
              <a:rPr lang="sr-Latn-ME" sz="4400" dirty="0">
                <a:effectLst>
                  <a:outerShdw blurRad="38100" dist="38100" dir="2700000" algn="tl">
                    <a:srgbClr val="000000">
                      <a:alpha val="43137"/>
                    </a:srgbClr>
                  </a:outerShdw>
                </a:effectLst>
                <a:latin typeface="Georgia" panose="02040502050405020303" pitchFamily="18" charset="0"/>
              </a:rPr>
              <a:t>ABOUT US</a:t>
            </a:r>
            <a:endParaRPr lang="LID4096" sz="4400" dirty="0">
              <a:effectLst>
                <a:outerShdw blurRad="38100" dist="38100" dir="2700000" algn="tl">
                  <a:srgbClr val="000000">
                    <a:alpha val="43137"/>
                  </a:srgbClr>
                </a:outerShdw>
              </a:effectLst>
              <a:latin typeface="Georgia" panose="02040502050405020303" pitchFamily="18" charset="0"/>
            </a:endParaRPr>
          </a:p>
        </p:txBody>
      </p:sp>
    </p:spTree>
    <p:extLst>
      <p:ext uri="{BB962C8B-B14F-4D97-AF65-F5344CB8AC3E}">
        <p14:creationId xmlns:p14="http://schemas.microsoft.com/office/powerpoint/2010/main" val="3896717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20" y="0"/>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2" name="Okvir za tekst 1">
            <a:extLst>
              <a:ext uri="{FF2B5EF4-FFF2-40B4-BE49-F238E27FC236}">
                <a16:creationId xmlns:a16="http://schemas.microsoft.com/office/drawing/2014/main" id="{D974B190-099F-488E-9B4C-0001BB5F4517}"/>
              </a:ext>
            </a:extLst>
          </p:cNvPr>
          <p:cNvSpPr txBox="1"/>
          <p:nvPr/>
        </p:nvSpPr>
        <p:spPr>
          <a:xfrm>
            <a:off x="1244309" y="367114"/>
            <a:ext cx="9398579" cy="646331"/>
          </a:xfrm>
          <a:prstGeom prst="rect">
            <a:avLst/>
          </a:prstGeom>
          <a:noFill/>
        </p:spPr>
        <p:txBody>
          <a:bodyPr wrap="square" rtlCol="0">
            <a:spAutoFit/>
          </a:bodyPr>
          <a:lstStyle/>
          <a:p>
            <a:pPr algn="ctr"/>
            <a:r>
              <a:rPr lang="en-GB" sz="3600" dirty="0">
                <a:latin typeface="Georgia" panose="02040502050405020303" pitchFamily="18" charset="0"/>
              </a:rPr>
              <a:t>Our core business areas include</a:t>
            </a:r>
            <a:r>
              <a:rPr lang="sr-Latn-ME" sz="3600" dirty="0">
                <a:latin typeface="Georgia" panose="02040502050405020303" pitchFamily="18" charset="0"/>
              </a:rPr>
              <a:t>:</a:t>
            </a:r>
            <a:r>
              <a:rPr lang="en-GB" sz="3600" dirty="0">
                <a:latin typeface="Georgia" panose="02040502050405020303" pitchFamily="18" charset="0"/>
              </a:rPr>
              <a:t> </a:t>
            </a:r>
            <a:endParaRPr lang="LID4096" sz="3600" dirty="0">
              <a:latin typeface="Georgia" panose="02040502050405020303" pitchFamily="18" charset="0"/>
            </a:endParaRPr>
          </a:p>
        </p:txBody>
      </p:sp>
      <p:sp>
        <p:nvSpPr>
          <p:cNvPr id="16" name="Pravougaonik 15">
            <a:extLst>
              <a:ext uri="{FF2B5EF4-FFF2-40B4-BE49-F238E27FC236}">
                <a16:creationId xmlns:a16="http://schemas.microsoft.com/office/drawing/2014/main" id="{0F438EBE-BA94-4A7F-B42A-0D12A845D817}"/>
              </a:ext>
            </a:extLst>
          </p:cNvPr>
          <p:cNvSpPr/>
          <p:nvPr/>
        </p:nvSpPr>
        <p:spPr>
          <a:xfrm>
            <a:off x="358631" y="1552386"/>
            <a:ext cx="11549351" cy="4524315"/>
          </a:xfrm>
          <a:prstGeom prst="rect">
            <a:avLst/>
          </a:prstGeom>
        </p:spPr>
        <p:txBody>
          <a:bodyPr wrap="square">
            <a:spAutoFit/>
          </a:bodyPr>
          <a:lstStyle/>
          <a:p>
            <a:pPr lvl="0" defTabSz="914400" eaLnBrk="0" fontAlgn="base" hangingPunct="0">
              <a:spcBef>
                <a:spcPct val="0"/>
              </a:spcBef>
              <a:spcAft>
                <a:spcPct val="0"/>
              </a:spcAft>
              <a:buFontTx/>
              <a:buChar char="•"/>
            </a:pPr>
            <a:r>
              <a:rPr lang="LID4096" altLang="LID4096" sz="2400" b="1" dirty="0">
                <a:solidFill>
                  <a:schemeClr val="accent6"/>
                </a:solidFill>
                <a:latin typeface="Georgia" panose="02040502050405020303" pitchFamily="18" charset="0"/>
              </a:rPr>
              <a:t>Odds Management</a:t>
            </a:r>
            <a:r>
              <a:rPr lang="LID4096" altLang="LID4096" sz="2400" dirty="0">
                <a:solidFill>
                  <a:schemeClr val="accent6"/>
                </a:solidFill>
                <a:latin typeface="Georgia" panose="02040502050405020303" pitchFamily="18" charset="0"/>
              </a:rPr>
              <a:t> </a:t>
            </a:r>
            <a:r>
              <a:rPr lang="LID4096" altLang="LID4096" sz="2400" dirty="0">
                <a:latin typeface="Georgia" panose="02040502050405020303" pitchFamily="18" charset="0"/>
              </a:rPr>
              <a:t>– consulting, system configuration, and 24/7 monitoring and control</a:t>
            </a:r>
            <a:endParaRPr lang="sr-Latn-ME" altLang="LID4096" sz="2400" dirty="0">
              <a:latin typeface="Georgia" panose="02040502050405020303" pitchFamily="18" charset="0"/>
            </a:endParaRPr>
          </a:p>
          <a:p>
            <a:pPr lvl="0" defTabSz="914400" eaLnBrk="0" fontAlgn="base" hangingPunct="0">
              <a:spcBef>
                <a:spcPct val="0"/>
              </a:spcBef>
              <a:spcAft>
                <a:spcPct val="0"/>
              </a:spcAft>
              <a:buFontTx/>
              <a:buChar char="•"/>
            </a:pPr>
            <a:endParaRPr lang="LID4096" altLang="LID4096" sz="2400" dirty="0">
              <a:latin typeface="Georgia" panose="02040502050405020303" pitchFamily="18" charset="0"/>
            </a:endParaRPr>
          </a:p>
          <a:p>
            <a:pPr lvl="0" defTabSz="914400" eaLnBrk="0" fontAlgn="base" hangingPunct="0">
              <a:spcBef>
                <a:spcPct val="0"/>
              </a:spcBef>
              <a:spcAft>
                <a:spcPct val="0"/>
              </a:spcAft>
              <a:buFontTx/>
              <a:buChar char="•"/>
            </a:pPr>
            <a:r>
              <a:rPr lang="LID4096" altLang="LID4096" sz="2400" b="1" dirty="0">
                <a:solidFill>
                  <a:schemeClr val="accent6"/>
                </a:solidFill>
                <a:latin typeface="Georgia" panose="02040502050405020303" pitchFamily="18" charset="0"/>
              </a:rPr>
              <a:t>Risk Management</a:t>
            </a:r>
            <a:r>
              <a:rPr lang="LID4096" altLang="LID4096" sz="2400" dirty="0">
                <a:solidFill>
                  <a:schemeClr val="accent6"/>
                </a:solidFill>
                <a:latin typeface="Georgia" panose="02040502050405020303" pitchFamily="18" charset="0"/>
              </a:rPr>
              <a:t> </a:t>
            </a:r>
            <a:r>
              <a:rPr lang="LID4096" altLang="LID4096" sz="2400" dirty="0">
                <a:latin typeface="Georgia" panose="02040502050405020303" pitchFamily="18" charset="0"/>
              </a:rPr>
              <a:t>– consulting, configuration, and continuous 24/7 monitoring of general limits and player activity</a:t>
            </a:r>
            <a:endParaRPr lang="sr-Latn-ME" altLang="LID4096" sz="2400" dirty="0">
              <a:latin typeface="Georgia" panose="02040502050405020303" pitchFamily="18" charset="0"/>
            </a:endParaRPr>
          </a:p>
          <a:p>
            <a:pPr lvl="0" defTabSz="914400" eaLnBrk="0" fontAlgn="base" hangingPunct="0">
              <a:spcBef>
                <a:spcPct val="0"/>
              </a:spcBef>
              <a:spcAft>
                <a:spcPct val="0"/>
              </a:spcAft>
              <a:buFontTx/>
              <a:buChar char="•"/>
            </a:pPr>
            <a:endParaRPr lang="LID4096" altLang="LID4096" sz="2400" dirty="0">
              <a:latin typeface="Georgia" panose="02040502050405020303" pitchFamily="18" charset="0"/>
            </a:endParaRPr>
          </a:p>
          <a:p>
            <a:pPr lvl="0" defTabSz="914400" eaLnBrk="0" fontAlgn="base" hangingPunct="0">
              <a:spcBef>
                <a:spcPct val="0"/>
              </a:spcBef>
              <a:spcAft>
                <a:spcPct val="0"/>
              </a:spcAft>
              <a:buFontTx/>
              <a:buChar char="•"/>
            </a:pPr>
            <a:r>
              <a:rPr lang="LID4096" altLang="LID4096" sz="2400" b="1" dirty="0">
                <a:solidFill>
                  <a:schemeClr val="accent6"/>
                </a:solidFill>
                <a:latin typeface="Georgia" panose="02040502050405020303" pitchFamily="18" charset="0"/>
              </a:rPr>
              <a:t>Feed Services</a:t>
            </a:r>
            <a:r>
              <a:rPr lang="LID4096" altLang="LID4096" sz="2400" dirty="0">
                <a:solidFill>
                  <a:schemeClr val="accent6"/>
                </a:solidFill>
                <a:latin typeface="Georgia" panose="02040502050405020303" pitchFamily="18" charset="0"/>
              </a:rPr>
              <a:t> </a:t>
            </a:r>
            <a:r>
              <a:rPr lang="LID4096" altLang="LID4096" sz="2400" dirty="0">
                <a:latin typeface="Georgia" panose="02040502050405020303" pitchFamily="18" charset="0"/>
              </a:rPr>
              <a:t>– feed testing and consulting</a:t>
            </a:r>
            <a:endParaRPr lang="sr-Latn-ME" altLang="LID4096" sz="2400" dirty="0">
              <a:latin typeface="Georgia" panose="02040502050405020303" pitchFamily="18" charset="0"/>
            </a:endParaRPr>
          </a:p>
          <a:p>
            <a:pPr lvl="0" defTabSz="914400" eaLnBrk="0" fontAlgn="base" hangingPunct="0">
              <a:spcBef>
                <a:spcPct val="0"/>
              </a:spcBef>
              <a:spcAft>
                <a:spcPct val="0"/>
              </a:spcAft>
              <a:buFontTx/>
              <a:buChar char="•"/>
            </a:pPr>
            <a:endParaRPr lang="LID4096" altLang="LID4096" sz="2400" dirty="0">
              <a:latin typeface="Georgia" panose="02040502050405020303" pitchFamily="18" charset="0"/>
            </a:endParaRPr>
          </a:p>
          <a:p>
            <a:pPr lvl="0" defTabSz="914400" eaLnBrk="0" fontAlgn="base" hangingPunct="0">
              <a:spcBef>
                <a:spcPct val="0"/>
              </a:spcBef>
              <a:spcAft>
                <a:spcPct val="0"/>
              </a:spcAft>
              <a:buFontTx/>
              <a:buChar char="•"/>
            </a:pPr>
            <a:r>
              <a:rPr lang="LID4096" altLang="LID4096" sz="2400" b="1" dirty="0">
                <a:solidFill>
                  <a:schemeClr val="accent6"/>
                </a:solidFill>
                <a:latin typeface="Georgia" panose="02040502050405020303" pitchFamily="18" charset="0"/>
              </a:rPr>
              <a:t>Market Creation</a:t>
            </a:r>
            <a:r>
              <a:rPr lang="LID4096" altLang="LID4096" sz="2400" dirty="0">
                <a:solidFill>
                  <a:schemeClr val="accent6"/>
                </a:solidFill>
                <a:latin typeface="Georgia" panose="02040502050405020303" pitchFamily="18" charset="0"/>
              </a:rPr>
              <a:t> </a:t>
            </a:r>
            <a:r>
              <a:rPr lang="LID4096" altLang="LID4096" sz="2400" dirty="0">
                <a:latin typeface="Georgia" panose="02040502050405020303" pitchFamily="18" charset="0"/>
              </a:rPr>
              <a:t>– development of new betting markets based on existing feeds</a:t>
            </a:r>
            <a:endParaRPr lang="sr-Latn-ME" altLang="LID4096" sz="2400" dirty="0">
              <a:latin typeface="Georgia" panose="02040502050405020303" pitchFamily="18" charset="0"/>
            </a:endParaRPr>
          </a:p>
          <a:p>
            <a:pPr lvl="0" defTabSz="914400" eaLnBrk="0" fontAlgn="base" hangingPunct="0">
              <a:spcBef>
                <a:spcPct val="0"/>
              </a:spcBef>
              <a:spcAft>
                <a:spcPct val="0"/>
              </a:spcAft>
              <a:buFontTx/>
              <a:buChar char="•"/>
            </a:pPr>
            <a:endParaRPr lang="LID4096" altLang="LID4096" sz="2400" dirty="0">
              <a:latin typeface="Georgia" panose="02040502050405020303" pitchFamily="18" charset="0"/>
            </a:endParaRPr>
          </a:p>
          <a:p>
            <a:pPr lvl="0" defTabSz="914400" eaLnBrk="0" fontAlgn="base" hangingPunct="0">
              <a:spcBef>
                <a:spcPct val="0"/>
              </a:spcBef>
              <a:spcAft>
                <a:spcPct val="0"/>
              </a:spcAft>
              <a:buFontTx/>
              <a:buChar char="•"/>
            </a:pPr>
            <a:r>
              <a:rPr lang="LID4096" altLang="LID4096" sz="2400" b="1" dirty="0">
                <a:solidFill>
                  <a:schemeClr val="accent6"/>
                </a:solidFill>
                <a:latin typeface="Georgia" panose="02040502050405020303" pitchFamily="18" charset="0"/>
              </a:rPr>
              <a:t>Product Management</a:t>
            </a:r>
            <a:r>
              <a:rPr lang="LID4096" altLang="LID4096" sz="2400" dirty="0">
                <a:solidFill>
                  <a:schemeClr val="accent6"/>
                </a:solidFill>
                <a:latin typeface="Georgia" panose="02040502050405020303" pitchFamily="18" charset="0"/>
              </a:rPr>
              <a:t> </a:t>
            </a:r>
            <a:r>
              <a:rPr lang="LID4096" altLang="LID4096" sz="2400" dirty="0">
                <a:latin typeface="Georgia" panose="02040502050405020303" pitchFamily="18" charset="0"/>
              </a:rPr>
              <a:t>– development and enhancement of back-office systems for risk and odds management, as well as customer-facing platforms</a:t>
            </a:r>
          </a:p>
        </p:txBody>
      </p:sp>
    </p:spTree>
    <p:extLst>
      <p:ext uri="{BB962C8B-B14F-4D97-AF65-F5344CB8AC3E}">
        <p14:creationId xmlns:p14="http://schemas.microsoft.com/office/powerpoint/2010/main" val="3319201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20" y="0"/>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2" name="Okvir za tekst 1">
            <a:extLst>
              <a:ext uri="{FF2B5EF4-FFF2-40B4-BE49-F238E27FC236}">
                <a16:creationId xmlns:a16="http://schemas.microsoft.com/office/drawing/2014/main" id="{2DA59695-DCF1-40A1-8DAB-7A65F397D48C}"/>
              </a:ext>
            </a:extLst>
          </p:cNvPr>
          <p:cNvSpPr txBox="1"/>
          <p:nvPr/>
        </p:nvSpPr>
        <p:spPr>
          <a:xfrm>
            <a:off x="4080163" y="819834"/>
            <a:ext cx="4031673" cy="646331"/>
          </a:xfrm>
          <a:prstGeom prst="rect">
            <a:avLst/>
          </a:prstGeom>
          <a:noFill/>
        </p:spPr>
        <p:txBody>
          <a:bodyPr wrap="square" rtlCol="0">
            <a:spAutoFit/>
          </a:bodyPr>
          <a:lstStyle/>
          <a:p>
            <a:r>
              <a:rPr lang="sr-Latn-ME" sz="3600" dirty="0">
                <a:solidFill>
                  <a:schemeClr val="accent6"/>
                </a:solidFill>
                <a:effectLst>
                  <a:outerShdw blurRad="38100" dist="38100" dir="2700000" algn="tl">
                    <a:srgbClr val="000000">
                      <a:alpha val="43137"/>
                    </a:srgbClr>
                  </a:outerShdw>
                </a:effectLst>
                <a:latin typeface="Georgia" panose="02040502050405020303" pitchFamily="18" charset="0"/>
              </a:rPr>
              <a:t>Odds Managment</a:t>
            </a:r>
            <a:endParaRPr lang="LID4096" sz="3600" dirty="0">
              <a:solidFill>
                <a:schemeClr val="accent6"/>
              </a:solidFill>
              <a:effectLst>
                <a:outerShdw blurRad="38100" dist="38100" dir="2700000" algn="tl">
                  <a:srgbClr val="000000">
                    <a:alpha val="43137"/>
                  </a:srgbClr>
                </a:outerShdw>
              </a:effectLst>
              <a:latin typeface="Georgia" panose="02040502050405020303" pitchFamily="18" charset="0"/>
            </a:endParaRPr>
          </a:p>
        </p:txBody>
      </p:sp>
      <p:sp>
        <p:nvSpPr>
          <p:cNvPr id="3" name="Pravougaonik 2">
            <a:extLst>
              <a:ext uri="{FF2B5EF4-FFF2-40B4-BE49-F238E27FC236}">
                <a16:creationId xmlns:a16="http://schemas.microsoft.com/office/drawing/2014/main" id="{0F2E01E8-2646-4F14-93D0-2DB7BDCC83C4}"/>
              </a:ext>
            </a:extLst>
          </p:cNvPr>
          <p:cNvSpPr/>
          <p:nvPr/>
        </p:nvSpPr>
        <p:spPr>
          <a:xfrm>
            <a:off x="519545" y="1997839"/>
            <a:ext cx="10952019" cy="3416320"/>
          </a:xfrm>
          <a:prstGeom prst="rect">
            <a:avLst/>
          </a:prstGeom>
        </p:spPr>
        <p:txBody>
          <a:bodyPr wrap="square">
            <a:spAutoFit/>
          </a:bodyPr>
          <a:lstStyle/>
          <a:p>
            <a:r>
              <a:rPr lang="en-GB" sz="2400" dirty="0">
                <a:latin typeface="Georgia" panose="02040502050405020303" pitchFamily="18" charset="0"/>
              </a:rPr>
              <a:t>We provide comprehensive consulting services, including in-depth analysis of your competitors and the global betting market, along with tailored recommendations in the field of odds management. Through detailed analysis, we advise on optimal market coverage and margin structures to ensure competitiveness. </a:t>
            </a:r>
            <a:endParaRPr lang="sr-Latn-ME" sz="2400" dirty="0">
              <a:latin typeface="Georgia" panose="02040502050405020303" pitchFamily="18" charset="0"/>
            </a:endParaRPr>
          </a:p>
          <a:p>
            <a:endParaRPr lang="sr-Latn-ME" sz="2400" dirty="0">
              <a:latin typeface="Georgia" panose="02040502050405020303" pitchFamily="18" charset="0"/>
            </a:endParaRPr>
          </a:p>
          <a:p>
            <a:r>
              <a:rPr lang="en-GB" sz="2400" dirty="0">
                <a:latin typeface="Georgia" panose="02040502050405020303" pitchFamily="18" charset="0"/>
              </a:rPr>
              <a:t>In addition, we offer partial or full 24/7 odds monitoring and market supervision for both live and pre-match betting, delivered by traders with over 10 years of industry experience.</a:t>
            </a:r>
            <a:endParaRPr lang="LID4096" sz="2400" dirty="0">
              <a:latin typeface="Georgia" panose="02040502050405020303" pitchFamily="18" charset="0"/>
            </a:endParaRPr>
          </a:p>
        </p:txBody>
      </p:sp>
    </p:spTree>
    <p:extLst>
      <p:ext uri="{BB962C8B-B14F-4D97-AF65-F5344CB8AC3E}">
        <p14:creationId xmlns:p14="http://schemas.microsoft.com/office/powerpoint/2010/main" val="3420330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20" y="10"/>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3" name="Okvir za tekst 2">
            <a:extLst>
              <a:ext uri="{FF2B5EF4-FFF2-40B4-BE49-F238E27FC236}">
                <a16:creationId xmlns:a16="http://schemas.microsoft.com/office/drawing/2014/main" id="{9C151685-CC23-452E-B3D8-D48DE591780F}"/>
              </a:ext>
            </a:extLst>
          </p:cNvPr>
          <p:cNvSpPr txBox="1"/>
          <p:nvPr/>
        </p:nvSpPr>
        <p:spPr>
          <a:xfrm>
            <a:off x="4251613" y="819834"/>
            <a:ext cx="3688773" cy="646331"/>
          </a:xfrm>
          <a:prstGeom prst="rect">
            <a:avLst/>
          </a:prstGeom>
          <a:noFill/>
        </p:spPr>
        <p:txBody>
          <a:bodyPr wrap="square" rtlCol="0">
            <a:spAutoFit/>
          </a:bodyPr>
          <a:lstStyle/>
          <a:p>
            <a:r>
              <a:rPr lang="sr-Latn-ME" sz="3600">
                <a:solidFill>
                  <a:schemeClr val="accent6"/>
                </a:solidFill>
                <a:latin typeface="Georgia" panose="02040502050405020303" pitchFamily="18" charset="0"/>
              </a:rPr>
              <a:t>Risk Managment</a:t>
            </a:r>
            <a:endParaRPr lang="LID4096" sz="3600" dirty="0">
              <a:solidFill>
                <a:schemeClr val="accent6"/>
              </a:solidFill>
              <a:latin typeface="Georgia" panose="02040502050405020303" pitchFamily="18" charset="0"/>
            </a:endParaRPr>
          </a:p>
        </p:txBody>
      </p:sp>
      <p:sp>
        <p:nvSpPr>
          <p:cNvPr id="6" name="Pravougaonik 5">
            <a:extLst>
              <a:ext uri="{FF2B5EF4-FFF2-40B4-BE49-F238E27FC236}">
                <a16:creationId xmlns:a16="http://schemas.microsoft.com/office/drawing/2014/main" id="{B72EA44B-93A3-478C-8599-6216B5D9B05A}"/>
              </a:ext>
            </a:extLst>
          </p:cNvPr>
          <p:cNvSpPr/>
          <p:nvPr/>
        </p:nvSpPr>
        <p:spPr>
          <a:xfrm>
            <a:off x="469301" y="1883182"/>
            <a:ext cx="11722679" cy="4154984"/>
          </a:xfrm>
          <a:prstGeom prst="rect">
            <a:avLst/>
          </a:prstGeom>
        </p:spPr>
        <p:txBody>
          <a:bodyPr wrap="square">
            <a:spAutoFit/>
          </a:bodyPr>
          <a:lstStyle/>
          <a:p>
            <a:r>
              <a:rPr lang="en-GB" sz="2400" dirty="0">
                <a:latin typeface="Georgia" panose="02040502050405020303" pitchFamily="18" charset="0"/>
              </a:rPr>
              <a:t>This segment can be divided into several key areas: consulting, limit configuration and monitoring, as well as player analysis and tracking.</a:t>
            </a:r>
            <a:endParaRPr lang="sr-Latn-ME" sz="2400" dirty="0">
              <a:latin typeface="Georgia" panose="02040502050405020303" pitchFamily="18" charset="0"/>
            </a:endParaRPr>
          </a:p>
          <a:p>
            <a:endParaRPr lang="sr-Latn-ME" sz="2400" dirty="0">
              <a:latin typeface="Georgia" panose="02040502050405020303" pitchFamily="18" charset="0"/>
            </a:endParaRPr>
          </a:p>
          <a:p>
            <a:endParaRPr lang="en-GB" sz="2400" dirty="0">
              <a:latin typeface="Georgia" panose="02040502050405020303" pitchFamily="18" charset="0"/>
            </a:endParaRPr>
          </a:p>
          <a:p>
            <a:pPr>
              <a:buFont typeface="Arial" panose="020B0604020202020204" pitchFamily="34" charset="0"/>
              <a:buChar char="•"/>
            </a:pPr>
            <a:r>
              <a:rPr lang="en-GB" sz="2400" b="1" dirty="0">
                <a:latin typeface="Georgia" panose="02040502050405020303" pitchFamily="18" charset="0"/>
              </a:rPr>
              <a:t>Consulting:</a:t>
            </a:r>
            <a:r>
              <a:rPr lang="en-GB" sz="2400" dirty="0">
                <a:latin typeface="Georgia" panose="02040502050405020303" pitchFamily="18" charset="0"/>
              </a:rPr>
              <a:t> In addition to analyzing your competitors and providing detailed reports, we are always available to give our recommendations regarding different types of limits.</a:t>
            </a:r>
            <a:endParaRPr lang="sr-Latn-ME" sz="2400" dirty="0">
              <a:latin typeface="Georgia" panose="02040502050405020303" pitchFamily="18" charset="0"/>
            </a:endParaRPr>
          </a:p>
          <a:p>
            <a:pPr>
              <a:buFont typeface="Arial" panose="020B0604020202020204" pitchFamily="34" charset="0"/>
              <a:buChar char="•"/>
            </a:pPr>
            <a:endParaRPr lang="en-GB" sz="2400" dirty="0">
              <a:latin typeface="Georgia" panose="02040502050405020303" pitchFamily="18" charset="0"/>
            </a:endParaRPr>
          </a:p>
          <a:p>
            <a:pPr>
              <a:buFont typeface="Arial" panose="020B0604020202020204" pitchFamily="34" charset="0"/>
              <a:buChar char="•"/>
            </a:pPr>
            <a:r>
              <a:rPr lang="en-GB" sz="2400" b="1" dirty="0">
                <a:latin typeface="Georgia" panose="02040502050405020303" pitchFamily="18" charset="0"/>
              </a:rPr>
              <a:t>Configuration:</a:t>
            </a:r>
            <a:r>
              <a:rPr lang="en-GB" sz="2400" dirty="0">
                <a:latin typeface="Georgia" panose="02040502050405020303" pitchFamily="18" charset="0"/>
              </a:rPr>
              <a:t> Based on our analysis, we can configure the proposed limits in any system you use, balancing your objectives with market conditions from competing companies, with the goal of reducing risk and enhancing competitiveness.</a:t>
            </a:r>
          </a:p>
        </p:txBody>
      </p:sp>
    </p:spTree>
    <p:extLst>
      <p:ext uri="{BB962C8B-B14F-4D97-AF65-F5344CB8AC3E}">
        <p14:creationId xmlns:p14="http://schemas.microsoft.com/office/powerpoint/2010/main" val="3281576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20" y="0"/>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8" name="Rectangle 4">
            <a:extLst>
              <a:ext uri="{FF2B5EF4-FFF2-40B4-BE49-F238E27FC236}">
                <a16:creationId xmlns:a16="http://schemas.microsoft.com/office/drawing/2014/main" id="{2500908F-E8D5-497B-91C6-DB9F7B455D6B}"/>
              </a:ext>
            </a:extLst>
          </p:cNvPr>
          <p:cNvSpPr>
            <a:spLocks noChangeArrowheads="1"/>
          </p:cNvSpPr>
          <p:nvPr/>
        </p:nvSpPr>
        <p:spPr bwMode="auto">
          <a:xfrm>
            <a:off x="789730" y="1877429"/>
            <a:ext cx="1108361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LID4096" altLang="LID4096" sz="2400" b="1" dirty="0">
                <a:latin typeface="Georgia" panose="02040502050405020303" pitchFamily="18" charset="0"/>
              </a:rPr>
              <a:t>Monitoring:</a:t>
            </a:r>
            <a:r>
              <a:rPr lang="LID4096" altLang="LID4096" sz="2400" dirty="0">
                <a:latin typeface="Georgia" panose="02040502050405020303" pitchFamily="18" charset="0"/>
              </a:rPr>
              <a:t> We offer partial or 24/7 monitoring services, tracking all bets and transactions.</a:t>
            </a:r>
          </a:p>
          <a:p>
            <a:pPr marL="0" marR="0" lvl="0" indent="0" algn="l" defTabSz="914400" rtl="0" eaLnBrk="0" fontAlgn="base" latinLnBrk="0" hangingPunct="0">
              <a:lnSpc>
                <a:spcPct val="100000"/>
              </a:lnSpc>
              <a:spcBef>
                <a:spcPct val="0"/>
              </a:spcBef>
              <a:spcAft>
                <a:spcPct val="0"/>
              </a:spcAft>
              <a:buClrTx/>
              <a:buSzTx/>
              <a:tabLst/>
            </a:pPr>
            <a:endParaRPr kumimoji="0" lang="sr-Latn-ME" altLang="LID4096" sz="2400" b="1" i="0" u="none" strike="noStrike" cap="none" normalizeH="0" baseline="0" dirty="0">
              <a:ln>
                <a:noFill/>
              </a:ln>
              <a:solidFill>
                <a:schemeClr val="tx1"/>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2400" b="1" i="0" u="none" strike="noStrike" cap="none" normalizeH="0" baseline="0" dirty="0">
                <a:ln>
                  <a:noFill/>
                </a:ln>
                <a:solidFill>
                  <a:schemeClr val="tx1"/>
                </a:solidFill>
                <a:effectLst/>
                <a:latin typeface="Georgia" panose="02040502050405020303" pitchFamily="18" charset="0"/>
              </a:rPr>
              <a:t>Player Analysis:</a:t>
            </a:r>
            <a:r>
              <a:rPr kumimoji="0" lang="LID4096" altLang="LID4096" sz="2400" b="0" i="0" u="none" strike="noStrike" cap="none" normalizeH="0" baseline="0" dirty="0">
                <a:ln>
                  <a:noFill/>
                </a:ln>
                <a:solidFill>
                  <a:schemeClr val="tx1"/>
                </a:solidFill>
                <a:effectLst/>
                <a:latin typeface="Georgia" panose="02040502050405020303" pitchFamily="18" charset="0"/>
              </a:rPr>
              <a:t> We can also review players’ betting histories </a:t>
            </a:r>
            <a:r>
              <a:rPr kumimoji="0" lang="sr-Latn-ME" altLang="LID4096" sz="2400" b="0" i="0" u="none" strike="noStrike" cap="none" normalizeH="0" baseline="0" dirty="0">
                <a:ln>
                  <a:noFill/>
                </a:ln>
                <a:solidFill>
                  <a:schemeClr val="tx1"/>
                </a:solidFill>
                <a:effectLst/>
                <a:latin typeface="Georgia" panose="02040502050405020303" pitchFamily="18" charset="0"/>
              </a:rPr>
              <a:t>and profiles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2400" b="0" i="0" u="none" strike="noStrike" cap="none" normalizeH="0" baseline="0" dirty="0">
                <a:ln>
                  <a:noFill/>
                </a:ln>
                <a:solidFill>
                  <a:schemeClr val="tx1"/>
                </a:solidFill>
                <a:effectLst/>
                <a:latin typeface="Georgia" panose="02040502050405020303" pitchFamily="18" charset="0"/>
              </a:rPr>
              <a:t>to identify high-risk individuals who may attempt to exploit the system. We provide ongoing monitoring and recommend appropriate limit adjustments or account restrictions.</a:t>
            </a:r>
          </a:p>
        </p:txBody>
      </p:sp>
    </p:spTree>
    <p:extLst>
      <p:ext uri="{BB962C8B-B14F-4D97-AF65-F5344CB8AC3E}">
        <p14:creationId xmlns:p14="http://schemas.microsoft.com/office/powerpoint/2010/main" val="2693429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20" y="0"/>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2" name="Okvir za tekst 1">
            <a:extLst>
              <a:ext uri="{FF2B5EF4-FFF2-40B4-BE49-F238E27FC236}">
                <a16:creationId xmlns:a16="http://schemas.microsoft.com/office/drawing/2014/main" id="{16D8D148-5A8D-45D9-9197-EC6A9391A2CB}"/>
              </a:ext>
            </a:extLst>
          </p:cNvPr>
          <p:cNvSpPr txBox="1"/>
          <p:nvPr/>
        </p:nvSpPr>
        <p:spPr>
          <a:xfrm>
            <a:off x="5169476" y="819834"/>
            <a:ext cx="1548245" cy="646331"/>
          </a:xfrm>
          <a:prstGeom prst="rect">
            <a:avLst/>
          </a:prstGeom>
          <a:noFill/>
        </p:spPr>
        <p:txBody>
          <a:bodyPr wrap="square" rtlCol="0">
            <a:spAutoFit/>
          </a:bodyPr>
          <a:lstStyle/>
          <a:p>
            <a:r>
              <a:rPr lang="sr-Latn-ME" sz="3600" dirty="0">
                <a:solidFill>
                  <a:schemeClr val="accent6"/>
                </a:solidFill>
                <a:latin typeface="Georgia" panose="02040502050405020303" pitchFamily="18" charset="0"/>
              </a:rPr>
              <a:t>Feeds</a:t>
            </a:r>
            <a:endParaRPr lang="LID4096" sz="3600" dirty="0">
              <a:solidFill>
                <a:schemeClr val="accent6"/>
              </a:solidFill>
              <a:latin typeface="Georgia" panose="02040502050405020303" pitchFamily="18" charset="0"/>
            </a:endParaRPr>
          </a:p>
        </p:txBody>
      </p:sp>
      <p:sp>
        <p:nvSpPr>
          <p:cNvPr id="3" name="Pravougaonik 2">
            <a:extLst>
              <a:ext uri="{FF2B5EF4-FFF2-40B4-BE49-F238E27FC236}">
                <a16:creationId xmlns:a16="http://schemas.microsoft.com/office/drawing/2014/main" id="{972C3053-F97D-47B8-933F-7D6881737FD3}"/>
              </a:ext>
            </a:extLst>
          </p:cNvPr>
          <p:cNvSpPr/>
          <p:nvPr/>
        </p:nvSpPr>
        <p:spPr>
          <a:xfrm>
            <a:off x="936912" y="2285999"/>
            <a:ext cx="10264488" cy="2677656"/>
          </a:xfrm>
          <a:prstGeom prst="rect">
            <a:avLst/>
          </a:prstGeom>
        </p:spPr>
        <p:txBody>
          <a:bodyPr wrap="square">
            <a:spAutoFit/>
          </a:bodyPr>
          <a:lstStyle/>
          <a:p>
            <a:r>
              <a:rPr lang="en-GB" sz="2400" dirty="0">
                <a:latin typeface="Georgia" panose="02040502050405020303" pitchFamily="18" charset="0"/>
              </a:rPr>
              <a:t>We have collaborated with leading feed providers worldwide, including Betradar, Betgenius, EveryMatrix, L</a:t>
            </a:r>
            <a:r>
              <a:rPr lang="sr-Latn-ME" sz="2400" dirty="0">
                <a:latin typeface="Georgia" panose="02040502050405020303" pitchFamily="18" charset="0"/>
              </a:rPr>
              <a:t>S</a:t>
            </a:r>
            <a:r>
              <a:rPr lang="en-GB" sz="2400" dirty="0">
                <a:latin typeface="Georgia" panose="02040502050405020303" pitchFamily="18" charset="0"/>
              </a:rPr>
              <a:t>port…</a:t>
            </a:r>
            <a:endParaRPr lang="sr-Latn-ME" sz="2400" dirty="0">
              <a:latin typeface="Georgia" panose="02040502050405020303" pitchFamily="18" charset="0"/>
            </a:endParaRPr>
          </a:p>
          <a:p>
            <a:r>
              <a:rPr lang="en-GB" sz="2400" dirty="0">
                <a:latin typeface="Georgia" panose="02040502050405020303" pitchFamily="18" charset="0"/>
              </a:rPr>
              <a:t> </a:t>
            </a:r>
            <a:endParaRPr lang="sr-Latn-ME" sz="2400" dirty="0">
              <a:latin typeface="Georgia" panose="02040502050405020303" pitchFamily="18" charset="0"/>
            </a:endParaRPr>
          </a:p>
          <a:p>
            <a:r>
              <a:rPr lang="en-GB" sz="2400" dirty="0">
                <a:latin typeface="Georgia" panose="02040502050405020303" pitchFamily="18" charset="0"/>
              </a:rPr>
              <a:t>We offer testing of new feeds and comparison with your current ones, providing detailed analyses of their strengths and weaknesses. In addition, we provide consulting and recommendations based on our extensive industry experience.</a:t>
            </a:r>
            <a:endParaRPr lang="LID4096" sz="2400" dirty="0">
              <a:latin typeface="Georgia" panose="02040502050405020303" pitchFamily="18" charset="0"/>
            </a:endParaRPr>
          </a:p>
        </p:txBody>
      </p:sp>
    </p:spTree>
    <p:extLst>
      <p:ext uri="{BB962C8B-B14F-4D97-AF65-F5344CB8AC3E}">
        <p14:creationId xmlns:p14="http://schemas.microsoft.com/office/powerpoint/2010/main" val="1036078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0" y="-17319"/>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6" name="Okvir za tekst 5">
            <a:extLst>
              <a:ext uri="{FF2B5EF4-FFF2-40B4-BE49-F238E27FC236}">
                <a16:creationId xmlns:a16="http://schemas.microsoft.com/office/drawing/2014/main" id="{3E9AA669-878C-416D-8142-00AF7DF5657A}"/>
              </a:ext>
            </a:extLst>
          </p:cNvPr>
          <p:cNvSpPr txBox="1"/>
          <p:nvPr/>
        </p:nvSpPr>
        <p:spPr>
          <a:xfrm>
            <a:off x="4251613" y="571500"/>
            <a:ext cx="3688773" cy="646331"/>
          </a:xfrm>
          <a:prstGeom prst="rect">
            <a:avLst/>
          </a:prstGeom>
          <a:noFill/>
        </p:spPr>
        <p:txBody>
          <a:bodyPr wrap="square" rtlCol="0">
            <a:spAutoFit/>
          </a:bodyPr>
          <a:lstStyle/>
          <a:p>
            <a:r>
              <a:rPr lang="sr-Latn-ME" sz="3600" dirty="0">
                <a:solidFill>
                  <a:schemeClr val="accent6"/>
                </a:solidFill>
                <a:latin typeface="Georgia" panose="02040502050405020303" pitchFamily="18" charset="0"/>
              </a:rPr>
              <a:t>Market Creation</a:t>
            </a:r>
            <a:endParaRPr lang="LID4096" sz="3600" dirty="0">
              <a:solidFill>
                <a:schemeClr val="accent6"/>
              </a:solidFill>
              <a:latin typeface="Georgia" panose="02040502050405020303" pitchFamily="18" charset="0"/>
            </a:endParaRPr>
          </a:p>
        </p:txBody>
      </p:sp>
      <p:sp>
        <p:nvSpPr>
          <p:cNvPr id="7" name="Pravougaonik 6">
            <a:extLst>
              <a:ext uri="{FF2B5EF4-FFF2-40B4-BE49-F238E27FC236}">
                <a16:creationId xmlns:a16="http://schemas.microsoft.com/office/drawing/2014/main" id="{8DD2AB19-4579-4967-A511-4CA89F972FD7}"/>
              </a:ext>
            </a:extLst>
          </p:cNvPr>
          <p:cNvSpPr/>
          <p:nvPr/>
        </p:nvSpPr>
        <p:spPr>
          <a:xfrm>
            <a:off x="677131" y="2531194"/>
            <a:ext cx="10837718" cy="2677656"/>
          </a:xfrm>
          <a:prstGeom prst="rect">
            <a:avLst/>
          </a:prstGeom>
        </p:spPr>
        <p:txBody>
          <a:bodyPr wrap="square">
            <a:spAutoFit/>
          </a:bodyPr>
          <a:lstStyle/>
          <a:p>
            <a:r>
              <a:rPr lang="sr-Latn-ME" sz="2400" dirty="0">
                <a:latin typeface="Georgia" panose="02040502050405020303" pitchFamily="18" charset="0"/>
              </a:rPr>
              <a:t>If </a:t>
            </a:r>
            <a:r>
              <a:rPr lang="en-GB" sz="2400" dirty="0">
                <a:latin typeface="Georgia" panose="02040502050405020303" pitchFamily="18" charset="0"/>
              </a:rPr>
              <a:t>you wish to expand your offerings without changing your feed, we provide the capability to create new markets based on existing feeds.</a:t>
            </a:r>
            <a:endParaRPr lang="sr-Latn-ME" sz="2400" dirty="0">
              <a:latin typeface="Georgia" panose="02040502050405020303" pitchFamily="18" charset="0"/>
            </a:endParaRPr>
          </a:p>
          <a:p>
            <a:r>
              <a:rPr lang="en-GB" sz="2400" dirty="0">
                <a:latin typeface="Georgia" panose="02040502050405020303" pitchFamily="18" charset="0"/>
              </a:rPr>
              <a:t> We were among the first to develop and offer the “Rest of the Match” market.</a:t>
            </a:r>
            <a:endParaRPr lang="sr-Latn-ME" sz="2400" dirty="0">
              <a:latin typeface="Georgia" panose="02040502050405020303" pitchFamily="18" charset="0"/>
            </a:endParaRPr>
          </a:p>
          <a:p>
            <a:endParaRPr lang="sr-Latn-ME" sz="2400" dirty="0">
              <a:latin typeface="Georgia" panose="02040502050405020303" pitchFamily="18" charset="0"/>
            </a:endParaRPr>
          </a:p>
          <a:p>
            <a:r>
              <a:rPr lang="en-GB" sz="2400" dirty="0">
                <a:latin typeface="Georgia" panose="02040502050405020303" pitchFamily="18" charset="0"/>
              </a:rPr>
              <a:t> Upon your request, we perform analyses and develop formulas for new markets without requiring any changes to your provider. Additionally, we offer consulting and analysis services regarding your competitors’ market offerings.</a:t>
            </a:r>
            <a:endParaRPr lang="LID4096" sz="2400" dirty="0">
              <a:latin typeface="Georgia" panose="02040502050405020303" pitchFamily="18" charset="0"/>
            </a:endParaRPr>
          </a:p>
        </p:txBody>
      </p:sp>
    </p:spTree>
    <p:extLst>
      <p:ext uri="{BB962C8B-B14F-4D97-AF65-F5344CB8AC3E}">
        <p14:creationId xmlns:p14="http://schemas.microsoft.com/office/powerpoint/2010/main" val="1520528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extLst/>
          </a:blip>
          <a:stretch/>
        </a:blipFill>
        <a:effectLst/>
      </p:bgPr>
    </p:bg>
    <p:spTree>
      <p:nvGrpSpPr>
        <p:cNvPr id="1" name=""/>
        <p:cNvGrpSpPr/>
        <p:nvPr/>
      </p:nvGrpSpPr>
      <p:grpSpPr>
        <a:xfrm>
          <a:off x="0" y="0"/>
          <a:ext cx="0" cy="0"/>
          <a:chOff x="0" y="0"/>
          <a:chExt cx="0" cy="0"/>
        </a:xfrm>
      </p:grpSpPr>
      <p:pic>
        <p:nvPicPr>
          <p:cNvPr id="5" name="Slika 4" descr="veze lanca">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extLst/>
          </a:blip>
          <a:srcRect t="23391" r="9091"/>
          <a:stretch/>
        </p:blipFill>
        <p:spPr>
          <a:xfrm>
            <a:off x="0" y="-17319"/>
            <a:ext cx="12191980" cy="6857990"/>
          </a:xfrm>
          <a:prstGeom prst="rect">
            <a:avLst/>
          </a:prstGeom>
        </p:spPr>
      </p:pic>
      <p:sp>
        <p:nvSpPr>
          <p:cNvPr id="20" name="Pravougaonik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AutoShape 2" descr="Generated image">
            <a:extLst>
              <a:ext uri="{FF2B5EF4-FFF2-40B4-BE49-F238E27FC236}">
                <a16:creationId xmlns:a16="http://schemas.microsoft.com/office/drawing/2014/main" id="{6B2F37D5-B7E4-499F-9659-FE7BFD1EF2BF}"/>
              </a:ext>
            </a:extLst>
          </p:cNvPr>
          <p:cNvSpPr>
            <a:spLocks noChangeAspect="1" noChangeArrowheads="1"/>
          </p:cNvSpPr>
          <p:nvPr/>
        </p:nvSpPr>
        <p:spPr bwMode="auto">
          <a:xfrm>
            <a:off x="5943599" y="3276599"/>
            <a:ext cx="3325091" cy="3325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2" name="Okvir za tekst 1">
            <a:extLst>
              <a:ext uri="{FF2B5EF4-FFF2-40B4-BE49-F238E27FC236}">
                <a16:creationId xmlns:a16="http://schemas.microsoft.com/office/drawing/2014/main" id="{1850A2D0-CD4A-453E-822B-32A860EE2F36}"/>
              </a:ext>
            </a:extLst>
          </p:cNvPr>
          <p:cNvSpPr txBox="1"/>
          <p:nvPr/>
        </p:nvSpPr>
        <p:spPr>
          <a:xfrm>
            <a:off x="3311226" y="748145"/>
            <a:ext cx="5569527" cy="646331"/>
          </a:xfrm>
          <a:prstGeom prst="rect">
            <a:avLst/>
          </a:prstGeom>
          <a:noFill/>
        </p:spPr>
        <p:txBody>
          <a:bodyPr wrap="square" rtlCol="0">
            <a:spAutoFit/>
          </a:bodyPr>
          <a:lstStyle/>
          <a:p>
            <a:pPr algn="ctr"/>
            <a:r>
              <a:rPr lang="sr-Latn-ME" sz="3600" dirty="0">
                <a:solidFill>
                  <a:schemeClr val="accent6"/>
                </a:solidFill>
                <a:latin typeface="Georgia" panose="02040502050405020303" pitchFamily="18" charset="0"/>
              </a:rPr>
              <a:t>Product Managment</a:t>
            </a:r>
            <a:endParaRPr lang="LID4096" sz="3600" dirty="0">
              <a:solidFill>
                <a:schemeClr val="accent6"/>
              </a:solidFill>
              <a:latin typeface="Georgia" panose="02040502050405020303" pitchFamily="18" charset="0"/>
            </a:endParaRPr>
          </a:p>
        </p:txBody>
      </p:sp>
      <p:sp>
        <p:nvSpPr>
          <p:cNvPr id="3" name="Pravougaonik 2">
            <a:extLst>
              <a:ext uri="{FF2B5EF4-FFF2-40B4-BE49-F238E27FC236}">
                <a16:creationId xmlns:a16="http://schemas.microsoft.com/office/drawing/2014/main" id="{0D40913A-1C89-4442-BC3A-ABB1403952CE}"/>
              </a:ext>
            </a:extLst>
          </p:cNvPr>
          <p:cNvSpPr/>
          <p:nvPr/>
        </p:nvSpPr>
        <p:spPr>
          <a:xfrm>
            <a:off x="640762" y="2157937"/>
            <a:ext cx="10910453" cy="3785652"/>
          </a:xfrm>
          <a:prstGeom prst="rect">
            <a:avLst/>
          </a:prstGeom>
        </p:spPr>
        <p:txBody>
          <a:bodyPr wrap="square">
            <a:spAutoFit/>
          </a:bodyPr>
          <a:lstStyle/>
          <a:p>
            <a:r>
              <a:rPr lang="en-GB" sz="2400" dirty="0">
                <a:latin typeface="Georgia" panose="02040502050405020303" pitchFamily="18" charset="0"/>
              </a:rPr>
              <a:t>If you wish to create a new or enhance your existing backoffice software or website, we are at your disposal. We conduct thorough analyses and provide recommendations on which segments should be improved to ensure smoother and more efficient backoffice operations, as well as making websites more user-friendly. </a:t>
            </a:r>
            <a:endParaRPr lang="sr-Latn-ME" sz="2400" dirty="0">
              <a:latin typeface="Georgia" panose="02040502050405020303" pitchFamily="18" charset="0"/>
            </a:endParaRPr>
          </a:p>
          <a:p>
            <a:r>
              <a:rPr lang="en-GB" sz="2400" dirty="0">
                <a:latin typeface="Georgia" panose="02040502050405020303" pitchFamily="18" charset="0"/>
              </a:rPr>
              <a:t>We have extensive experience in developing numerous backoffice systems and websites.</a:t>
            </a:r>
            <a:endParaRPr lang="sr-Latn-ME" sz="2400" dirty="0">
              <a:latin typeface="Georgia" panose="02040502050405020303" pitchFamily="18" charset="0"/>
            </a:endParaRPr>
          </a:p>
          <a:p>
            <a:endParaRPr lang="sr-Latn-ME" sz="2400" dirty="0">
              <a:latin typeface="Georgia" panose="02040502050405020303" pitchFamily="18" charset="0"/>
            </a:endParaRPr>
          </a:p>
          <a:p>
            <a:r>
              <a:rPr lang="en-GB" sz="2400" dirty="0">
                <a:latin typeface="Georgia" panose="02040502050405020303" pitchFamily="18" charset="0"/>
              </a:rPr>
              <a:t> Additionally, we offer the creation and development of standalone software solutions for odds management.</a:t>
            </a:r>
            <a:endParaRPr lang="LID4096" sz="2400" dirty="0">
              <a:latin typeface="Georgia" panose="02040502050405020303" pitchFamily="18" charset="0"/>
            </a:endParaRPr>
          </a:p>
        </p:txBody>
      </p:sp>
    </p:spTree>
    <p:extLst>
      <p:ext uri="{BB962C8B-B14F-4D97-AF65-F5344CB8AC3E}">
        <p14:creationId xmlns:p14="http://schemas.microsoft.com/office/powerpoint/2010/main" val="41979754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J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B5FFD32-E0A8-4E83-80B3-20612105D9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6953E32-00D6-4FFB-AD6B-B2091BB3289C}">
  <ds:schemaRefs>
    <ds:schemaRef ds:uri="http://schemas.microsoft.com/sharepoint/v3/contenttype/forms"/>
  </ds:schemaRefs>
</ds:datastoreItem>
</file>

<file path=customXml/itemProps3.xml><?xml version="1.0" encoding="utf-8"?>
<ds:datastoreItem xmlns:ds="http://schemas.openxmlformats.org/officeDocument/2006/customXml" ds:itemID="{5ACC4F44-154A-4E67-B129-1B5389E9F993}">
  <ds:schemaRefs>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71af3243-3dd4-4a8d-8c0d-dd76da1f02a5"/>
    <ds:schemaRef ds:uri="http://purl.org/dc/elements/1.1/"/>
    <ds:schemaRef ds:uri="http://www.w3.org/XML/1998/namespace"/>
    <ds:schemaRef ds:uri="16c05727-aa75-4e4a-9b5f-8a80a1165891"/>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Digitalni dizajn</Template>
  <TotalTime>0</TotalTime>
  <Words>645</Words>
  <Application>Microsoft Office PowerPoint</Application>
  <PresentationFormat>Široki ekran</PresentationFormat>
  <Paragraphs>56</Paragraphs>
  <Slides>9</Slides>
  <Notes>9</Notes>
  <HiddenSlides>0</HiddenSlides>
  <MMClips>0</MMClips>
  <ScaleCrop>false</ScaleCrop>
  <HeadingPairs>
    <vt:vector size="6" baseType="variant">
      <vt:variant>
        <vt:lpstr>Korišćeni fontovi</vt:lpstr>
      </vt:variant>
      <vt:variant>
        <vt:i4>5</vt:i4>
      </vt:variant>
      <vt:variant>
        <vt:lpstr>Tema</vt:lpstr>
      </vt:variant>
      <vt:variant>
        <vt:i4>1</vt:i4>
      </vt:variant>
      <vt:variant>
        <vt:lpstr>Naslovi slajdova</vt:lpstr>
      </vt:variant>
      <vt:variant>
        <vt:i4>9</vt:i4>
      </vt:variant>
    </vt:vector>
  </HeadingPairs>
  <TitlesOfParts>
    <vt:vector size="15" baseType="lpstr">
      <vt:lpstr>Arial</vt:lpstr>
      <vt:lpstr>Calibri</vt:lpstr>
      <vt:lpstr>Century Gothic</vt:lpstr>
      <vt:lpstr>Georgia</vt:lpstr>
      <vt:lpstr>Wingdings 3</vt:lpstr>
      <vt:lpstr>Jon</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2025-12-29T20:54:24Z</dcterms:created>
  <dcterms:modified xsi:type="dcterms:W3CDTF">2025-12-31T14:10:50Z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